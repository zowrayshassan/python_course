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docProps/custom.xml" Type="http://schemas.openxmlformats.org/officeDocument/2006/relationships/custom-properties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false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showMasterSp="false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8981"/>
            </a:avLst>
          </a:prstGeom>
          <a:solidFill>
            <a:schemeClr val="accent1">
              <a:lumMod val="75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subTitle" idx="1"/>
          </p:nvPr>
        </p:nvSpPr>
        <p:spPr>
          <a:xfrm>
            <a:off x="1670950" y="4653741"/>
            <a:ext cx="8850102" cy="580532"/>
          </a:xfrm>
        </p:spPr>
        <p:txBody>
          <a:bodyPr vert="horz" anchor="t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false" i="false" sz="16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name="AutoShape 4" id="4"/>
          <p:cNvSpPr/>
          <p:nvPr>
            <p:ph type="ctrTitle"/>
          </p:nvPr>
        </p:nvSpPr>
        <p:spPr>
          <a:xfrm>
            <a:off x="1670950" y="3010190"/>
            <a:ext cx="8850102" cy="1615468"/>
          </a:xfr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true" i="false" sz="40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5" id="5"/>
          <p:cNvSpPr/>
          <p:nvPr>
            <p:ph type="body" sz="quarter" idx="10"/>
          </p:nvPr>
        </p:nvSpPr>
        <p:spPr>
          <a:xfrm>
            <a:off x="1670950" y="5240623"/>
            <a:ext cx="8850102" cy="296271"/>
          </a:xfrm>
        </p:spPr>
        <p:txBody>
          <a:bodyPr vert="horz" anchor="ctr" tIns="45720" lIns="91440" bIns="45720" rIns="91440">
            <a:no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false" i="false" sz="14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Signature</a:t>
            </a:r>
          </a:p>
        </p:txBody>
      </p:sp>
      <p:sp>
        <p:nvSpPr>
          <p:cNvPr name="AutoShape 6" id="6"/>
          <p:cNvSpPr/>
          <p:nvPr>
            <p:ph type="body" sz="quarter" idx="11"/>
          </p:nvPr>
        </p:nvSpPr>
        <p:spPr>
          <a:xfrm>
            <a:off x="1670952" y="5543244"/>
            <a:ext cx="8850098" cy="296271"/>
          </a:xfrm>
        </p:spPr>
        <p:txBody>
          <a:bodyPr vert="horz" anchor="ctr" tIns="45720" lIns="91440" bIns="45720" rIns="91440">
            <a:no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false" i="false" sz="14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Date</a:t>
            </a:r>
          </a:p>
        </p:txBody>
      </p:sp>
      <p:grpSp>
        <p:nvGrpSpPr>
          <p:cNvPr name="Group 7" id="7"/>
          <p:cNvGrpSpPr/>
          <p:nvPr/>
        </p:nvGrpSpPr>
        <p:grpSpPr>
          <a:xfrm>
            <a:off x="-720859" y="-644602"/>
            <a:ext cx="13596845" cy="8068191"/>
            <a:chOff x="-720859" y="-644602"/>
            <a:chExt cx="13596845" cy="8068191"/>
          </a:xfrm>
        </p:grpSpPr>
        <p:grpSp>
          <p:nvGrpSpPr>
            <p:cNvPr name="Group 8" id="8"/>
            <p:cNvGrpSpPr/>
            <p:nvPr/>
          </p:nvGrpSpPr>
          <p:grpSpPr>
            <a:xfrm>
              <a:off x="-720859" y="2921615"/>
              <a:ext cx="3221406" cy="4501974"/>
              <a:chOff x="-720859" y="2892587"/>
              <a:chExt cx="3221406" cy="4501974"/>
            </a:xfrm>
          </p:grpSpPr>
          <p:sp>
            <p:nvSpPr>
              <p:cNvPr name="Freeform 9" id="9"/>
              <p:cNvSpPr/>
              <p:nvPr/>
            </p:nvSpPr>
            <p:spPr>
              <a:xfrm rot="13500000">
                <a:off x="1396725" y="6290739"/>
                <a:ext cx="1103822" cy="1103822"/>
              </a:xfrm>
              <a:custGeom>
                <a:avLst/>
                <a:gdLst/>
                <a:ahLst/>
                <a:cxnLst/>
                <a:rect r="r" b="b" t="t" l="l"/>
                <a:pathLst>
                  <a:path w="1103822" h="1103822" stroke="true" fill="norm" extrusionOk="true">
                    <a:moveTo>
                      <a:pt x="1103822" y="1103822"/>
                    </a:moveTo>
                    <a:lnTo>
                      <a:pt x="0" y="1103822"/>
                    </a:lnTo>
                    <a:lnTo>
                      <a:pt x="110382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0" id="10"/>
              <p:cNvSpPr/>
              <p:nvPr/>
            </p:nvSpPr>
            <p:spPr>
              <a:xfrm>
                <a:off x="0" y="4531588"/>
                <a:ext cx="2074921" cy="2311065"/>
              </a:xfrm>
              <a:custGeom>
                <a:avLst/>
                <a:gdLst/>
                <a:ahLst/>
                <a:cxnLst/>
                <a:rect r="r" b="b" t="t" l="l"/>
                <a:pathLst>
                  <a:path w="2074921" h="2311065" stroke="true" fill="norm" extrusionOk="true">
                    <a:moveTo>
                      <a:pt x="781969" y="0"/>
                    </a:moveTo>
                    <a:lnTo>
                      <a:pt x="1426000" y="0"/>
                    </a:lnTo>
                    <a:lnTo>
                      <a:pt x="2074921" y="648921"/>
                    </a:lnTo>
                    <a:lnTo>
                      <a:pt x="412777" y="2311065"/>
                    </a:lnTo>
                    <a:lnTo>
                      <a:pt x="0" y="2311065"/>
                    </a:lnTo>
                    <a:lnTo>
                      <a:pt x="0" y="2079811"/>
                    </a:lnTo>
                    <a:lnTo>
                      <a:pt x="1430890" y="64892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1" id="11"/>
              <p:cNvSpPr/>
              <p:nvPr/>
            </p:nvSpPr>
            <p:spPr>
              <a:xfrm>
                <a:off x="0" y="3443133"/>
                <a:ext cx="1009798" cy="1010660"/>
              </a:xfrm>
              <a:custGeom>
                <a:avLst/>
                <a:gdLst/>
                <a:ahLst/>
                <a:cxnLst/>
                <a:rect r="r" b="b" t="t" l="l"/>
                <a:pathLst>
                  <a:path w="1009798" h="1010660" stroke="true" fill="norm" extrusionOk="true">
                    <a:moveTo>
                      <a:pt x="0" y="0"/>
                    </a:moveTo>
                    <a:lnTo>
                      <a:pt x="1009798" y="1009799"/>
                    </a:lnTo>
                    <a:lnTo>
                      <a:pt x="1008814" y="1010660"/>
                    </a:lnTo>
                    <a:lnTo>
                      <a:pt x="692692" y="1010660"/>
                    </a:lnTo>
                    <a:lnTo>
                      <a:pt x="0" y="317968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2" id="12"/>
              <p:cNvSpPr/>
              <p:nvPr/>
            </p:nvSpPr>
            <p:spPr>
              <a:xfrm>
                <a:off x="595494" y="6225852"/>
                <a:ext cx="922749" cy="616801"/>
              </a:xfrm>
              <a:custGeom>
                <a:avLst/>
                <a:gdLst/>
                <a:ahLst/>
                <a:cxnLst/>
                <a:rect r="r" b="b" t="t" l="l"/>
                <a:pathLst>
                  <a:path w="922749" h="616801" stroke="true" fill="norm" extrusionOk="true">
                    <a:moveTo>
                      <a:pt x="636464" y="0"/>
                    </a:moveTo>
                    <a:lnTo>
                      <a:pt x="921971" y="4446"/>
                    </a:lnTo>
                    <a:lnTo>
                      <a:pt x="922749" y="5223"/>
                    </a:lnTo>
                    <a:lnTo>
                      <a:pt x="291769" y="616801"/>
                    </a:lnTo>
                    <a:lnTo>
                      <a:pt x="0" y="61680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3" id="13"/>
              <p:cNvSpPr/>
              <p:nvPr/>
            </p:nvSpPr>
            <p:spPr>
              <a:xfrm rot="13500000">
                <a:off x="903260" y="3716174"/>
                <a:ext cx="488769" cy="488769"/>
              </a:xfrm>
              <a:custGeom>
                <a:avLst/>
                <a:gdLst/>
                <a:ahLst/>
                <a:cxnLst/>
                <a:rect r="r" b="b" t="t" l="l"/>
                <a:pathLst>
                  <a:path w="488769" h="488769" stroke="true" fill="norm" extrusionOk="true">
                    <a:moveTo>
                      <a:pt x="0" y="0"/>
                    </a:moveTo>
                    <a:lnTo>
                      <a:pt x="488770" y="0"/>
                    </a:lnTo>
                    <a:lnTo>
                      <a:pt x="488770" y="488770"/>
                    </a:lnTo>
                    <a:lnTo>
                      <a:pt x="0" y="48877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4" id="14"/>
              <p:cNvSpPr/>
              <p:nvPr/>
            </p:nvSpPr>
            <p:spPr>
              <a:xfrm rot="13500000">
                <a:off x="1808182" y="5969160"/>
                <a:ext cx="280837" cy="280837"/>
              </a:xfrm>
              <a:custGeom>
                <a:avLst/>
                <a:gdLst/>
                <a:ahLst/>
                <a:cxnLst/>
                <a:rect r="r" b="b" t="t" l="l"/>
                <a:pathLst>
                  <a:path w="280837" h="280837" stroke="true" fill="norm" extrusionOk="true">
                    <a:moveTo>
                      <a:pt x="0" y="0"/>
                    </a:moveTo>
                    <a:lnTo>
                      <a:pt x="280837" y="0"/>
                    </a:lnTo>
                    <a:lnTo>
                      <a:pt x="280837" y="280838"/>
                    </a:lnTo>
                    <a:lnTo>
                      <a:pt x="0" y="280838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5" id="15"/>
              <p:cNvSpPr/>
              <p:nvPr/>
            </p:nvSpPr>
            <p:spPr>
              <a:xfrm rot="13500000">
                <a:off x="-720859" y="4425475"/>
                <a:ext cx="1463420" cy="1463420"/>
              </a:xfrm>
              <a:custGeom>
                <a:avLst/>
                <a:gdLst/>
                <a:ahLst/>
                <a:cxnLst/>
                <a:rect r="r" b="b" t="t" l="l"/>
                <a:pathLst>
                  <a:path w="1463420" h="1463420" stroke="true" fill="norm" extrusionOk="true">
                    <a:moveTo>
                      <a:pt x="1463420" y="1463420"/>
                    </a:moveTo>
                    <a:lnTo>
                      <a:pt x="0" y="1463420"/>
                    </a:lnTo>
                    <a:lnTo>
                      <a:pt x="0" y="0"/>
                    </a:lnTo>
                    <a:lnTo>
                      <a:pt x="15346" y="0"/>
                    </a:lnTo>
                    <a:lnTo>
                      <a:pt x="1463420" y="1448074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6" id="16"/>
              <p:cNvSpPr/>
              <p:nvPr/>
            </p:nvSpPr>
            <p:spPr>
              <a:xfrm rot="13500000">
                <a:off x="-175022" y="4005056"/>
                <a:ext cx="371745" cy="371745"/>
              </a:xfrm>
              <a:custGeom>
                <a:avLst/>
                <a:gdLst/>
                <a:ahLst/>
                <a:cxnLst/>
                <a:rect r="r" b="b" t="t" l="l"/>
                <a:pathLst>
                  <a:path w="371745" h="371745" stroke="true" fill="norm" extrusionOk="true">
                    <a:moveTo>
                      <a:pt x="371745" y="371745"/>
                    </a:moveTo>
                    <a:lnTo>
                      <a:pt x="0" y="371745"/>
                    </a:lnTo>
                    <a:lnTo>
                      <a:pt x="0" y="0"/>
                    </a:lnTo>
                    <a:lnTo>
                      <a:pt x="15345" y="0"/>
                    </a:lnTo>
                    <a:lnTo>
                      <a:pt x="371745" y="35640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7" id="17"/>
              <p:cNvSpPr/>
              <p:nvPr/>
            </p:nvSpPr>
            <p:spPr>
              <a:xfrm rot="13500000">
                <a:off x="567952" y="3507161"/>
                <a:ext cx="193151" cy="193151"/>
              </a:xfrm>
              <a:custGeom>
                <a:avLst/>
                <a:gdLst/>
                <a:ahLst/>
                <a:cxnLst/>
                <a:rect r="r" b="b" t="t" l="l"/>
                <a:pathLst>
                  <a:path w="193151" h="193151" stroke="true" fill="norm" extrusionOk="true">
                    <a:moveTo>
                      <a:pt x="0" y="0"/>
                    </a:moveTo>
                    <a:lnTo>
                      <a:pt x="193152" y="0"/>
                    </a:lnTo>
                    <a:lnTo>
                      <a:pt x="193152" y="193152"/>
                    </a:lnTo>
                    <a:lnTo>
                      <a:pt x="0" y="19315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8" id="18"/>
              <p:cNvSpPr/>
              <p:nvPr/>
            </p:nvSpPr>
            <p:spPr>
              <a:xfrm rot="13500000">
                <a:off x="382070" y="2892587"/>
                <a:ext cx="564896" cy="564896"/>
              </a:xfrm>
              <a:custGeom>
                <a:avLst/>
                <a:gdLst/>
                <a:ahLst/>
                <a:cxnLst/>
                <a:rect r="r" b="b" t="t" l="l"/>
                <a:pathLst>
                  <a:path w="564896" h="564896" stroke="true" fill="norm" extrusionOk="true">
                    <a:moveTo>
                      <a:pt x="0" y="0"/>
                    </a:moveTo>
                    <a:lnTo>
                      <a:pt x="564897" y="0"/>
                    </a:lnTo>
                    <a:lnTo>
                      <a:pt x="564897" y="564897"/>
                    </a:lnTo>
                    <a:lnTo>
                      <a:pt x="0" y="564897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>
              <a:off x="8766630" y="-644602"/>
              <a:ext cx="4109356" cy="7517115"/>
              <a:chOff x="8766630" y="-644602"/>
              <a:chExt cx="4109356" cy="7517115"/>
            </a:xfrm>
          </p:grpSpPr>
          <p:sp>
            <p:nvSpPr>
              <p:cNvPr name="Freeform 20" id="20"/>
              <p:cNvSpPr/>
              <p:nvPr/>
            </p:nvSpPr>
            <p:spPr>
              <a:xfrm rot="13500000">
                <a:off x="11542417" y="1443117"/>
                <a:ext cx="1333569" cy="1333569"/>
              </a:xfrm>
              <a:custGeom>
                <a:avLst/>
                <a:gdLst/>
                <a:ahLst/>
                <a:cxnLst/>
                <a:rect r="r" b="b" t="t" l="l"/>
                <a:pathLst>
                  <a:path w="1333569" h="1333569" stroke="true" fill="norm" extrusionOk="true">
                    <a:moveTo>
                      <a:pt x="1333569" y="1333569"/>
                    </a:moveTo>
                    <a:lnTo>
                      <a:pt x="0" y="0"/>
                    </a:lnTo>
                    <a:lnTo>
                      <a:pt x="13335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1" id="21"/>
              <p:cNvSpPr/>
              <p:nvPr/>
            </p:nvSpPr>
            <p:spPr>
              <a:xfrm>
                <a:off x="10676293" y="2380950"/>
                <a:ext cx="1515707" cy="1775659"/>
              </a:xfrm>
              <a:custGeom>
                <a:avLst/>
                <a:gdLst/>
                <a:ahLst/>
                <a:cxnLst/>
                <a:rect r="r" b="b" t="t" l="l"/>
                <a:pathLst>
                  <a:path w="1515707" h="1775659" stroke="true" fill="norm" extrusionOk="true">
                    <a:moveTo>
                      <a:pt x="259952" y="0"/>
                    </a:moveTo>
                    <a:lnTo>
                      <a:pt x="1515707" y="1255756"/>
                    </a:lnTo>
                    <a:lnTo>
                      <a:pt x="1515707" y="1775659"/>
                    </a:lnTo>
                    <a:lnTo>
                      <a:pt x="0" y="259953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2" id="22"/>
              <p:cNvSpPr/>
              <p:nvPr/>
            </p:nvSpPr>
            <p:spPr>
              <a:xfrm>
                <a:off x="10453800" y="5094854"/>
                <a:ext cx="1738201" cy="1777659"/>
              </a:xfrm>
              <a:custGeom>
                <a:avLst/>
                <a:gdLst/>
                <a:ahLst/>
                <a:cxnLst/>
                <a:rect r="r" b="b" t="t" l="l"/>
                <a:pathLst>
                  <a:path w="1738201" h="1777659" stroke="true" fill="norm" extrusionOk="true">
                    <a:moveTo>
                      <a:pt x="258720" y="0"/>
                    </a:moveTo>
                    <a:lnTo>
                      <a:pt x="1738201" y="1479480"/>
                    </a:lnTo>
                    <a:lnTo>
                      <a:pt x="1738201" y="1777659"/>
                    </a:lnTo>
                    <a:lnTo>
                      <a:pt x="1518941" y="1777659"/>
                    </a:lnTo>
                    <a:lnTo>
                      <a:pt x="0" y="25872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3" id="23"/>
              <p:cNvSpPr/>
              <p:nvPr/>
            </p:nvSpPr>
            <p:spPr>
              <a:xfrm>
                <a:off x="10331698" y="1324637"/>
                <a:ext cx="1375945" cy="1207717"/>
              </a:xfrm>
              <a:custGeom>
                <a:avLst/>
                <a:gdLst/>
                <a:ahLst/>
                <a:cxnLst/>
                <a:rect r="r" b="b" t="t" l="l"/>
                <a:pathLst>
                  <a:path w="1127137" h="989329" stroke="true" fill="norm" extrusionOk="true">
                    <a:moveTo>
                      <a:pt x="840741" y="778"/>
                    </a:moveTo>
                    <a:lnTo>
                      <a:pt x="0" y="846186"/>
                    </a:lnTo>
                    <a:lnTo>
                      <a:pt x="144032" y="989329"/>
                    </a:lnTo>
                    <a:lnTo>
                      <a:pt x="1127138" y="778"/>
                    </a:lnTo>
                    <a:lnTo>
                      <a:pt x="1126249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4" id="24"/>
              <p:cNvSpPr/>
              <p:nvPr/>
            </p:nvSpPr>
            <p:spPr>
              <a:xfrm>
                <a:off x="8766630" y="-2051"/>
                <a:ext cx="705611" cy="358343"/>
              </a:xfrm>
              <a:custGeom>
                <a:avLst/>
                <a:gdLst/>
                <a:ahLst/>
                <a:cxnLst/>
                <a:rect r="r" b="b" t="t" l="l"/>
                <a:pathLst>
                  <a:path w="705611" h="358343" stroke="true" fill="norm" extrusionOk="true">
                    <a:moveTo>
                      <a:pt x="4114" y="0"/>
                    </a:moveTo>
                    <a:lnTo>
                      <a:pt x="355631" y="0"/>
                    </a:lnTo>
                    <a:lnTo>
                      <a:pt x="351517" y="4114"/>
                    </a:lnTo>
                    <a:lnTo>
                      <a:pt x="705611" y="358343"/>
                    </a:lnTo>
                    <a:lnTo>
                      <a:pt x="354094" y="358343"/>
                    </a:lnTo>
                    <a:lnTo>
                      <a:pt x="0" y="4114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5" id="25"/>
              <p:cNvSpPr/>
              <p:nvPr/>
            </p:nvSpPr>
            <p:spPr>
              <a:xfrm>
                <a:off x="9347969" y="398754"/>
                <a:ext cx="616476" cy="538466"/>
              </a:xfrm>
              <a:custGeom>
                <a:avLst/>
                <a:gdLst/>
                <a:ahLst/>
                <a:cxnLst/>
                <a:rect r="r" b="b" t="t" l="l"/>
                <a:pathLst>
                  <a:path w="505000" h="441097" stroke="true" fill="norm" extrusionOk="true">
                    <a:moveTo>
                      <a:pt x="128028" y="0"/>
                    </a:moveTo>
                    <a:lnTo>
                      <a:pt x="505000" y="376972"/>
                    </a:lnTo>
                    <a:lnTo>
                      <a:pt x="440764" y="441097"/>
                    </a:lnTo>
                    <a:lnTo>
                      <a:pt x="0" y="333"/>
                    </a:lnTo>
                    <a:lnTo>
                      <a:pt x="33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6" id="26"/>
              <p:cNvSpPr/>
              <p:nvPr/>
            </p:nvSpPr>
            <p:spPr>
              <a:xfrm rot="13500000">
                <a:off x="9666347" y="-644602"/>
                <a:ext cx="1318546" cy="1318546"/>
              </a:xfrm>
              <a:custGeom>
                <a:avLst/>
                <a:gdLst/>
                <a:ahLst/>
                <a:cxnLst/>
                <a:rect r="r" b="b" t="t" l="l"/>
                <a:pathLst>
                  <a:path w="1318546" h="1318546" stroke="true" fill="norm" extrusionOk="true">
                    <a:moveTo>
                      <a:pt x="1318546" y="23649"/>
                    </a:moveTo>
                    <a:lnTo>
                      <a:pt x="23649" y="1318546"/>
                    </a:lnTo>
                    <a:lnTo>
                      <a:pt x="0" y="1318546"/>
                    </a:lnTo>
                    <a:lnTo>
                      <a:pt x="0" y="0"/>
                    </a:lnTo>
                    <a:lnTo>
                      <a:pt x="1318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7" id="27"/>
              <p:cNvSpPr/>
              <p:nvPr/>
            </p:nvSpPr>
            <p:spPr>
              <a:xfrm>
                <a:off x="10173159" y="-2051"/>
                <a:ext cx="2018841" cy="1895326"/>
              </a:xfrm>
              <a:custGeom>
                <a:avLst/>
                <a:gdLst/>
                <a:ahLst/>
                <a:cxnLst/>
                <a:rect r="r" b="b" t="t" l="l"/>
                <a:pathLst>
                  <a:path w="2018841" h="1895326" stroke="true" fill="norm" extrusionOk="true">
                    <a:moveTo>
                      <a:pt x="1474146" y="0"/>
                    </a:moveTo>
                    <a:lnTo>
                      <a:pt x="2018841" y="0"/>
                    </a:lnTo>
                    <a:lnTo>
                      <a:pt x="2018841" y="297403"/>
                    </a:lnTo>
                    <a:lnTo>
                      <a:pt x="421035" y="1895326"/>
                    </a:lnTo>
                    <a:lnTo>
                      <a:pt x="0" y="147414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8" id="28"/>
              <p:cNvSpPr/>
              <p:nvPr/>
            </p:nvSpPr>
            <p:spPr>
              <a:xfrm rot="18900000">
                <a:off x="9759033" y="1274791"/>
                <a:ext cx="870709" cy="870709"/>
              </a:xfrm>
              <a:custGeom>
                <a:avLst/>
                <a:gdLst/>
                <a:ahLst/>
                <a:cxnLst/>
                <a:rect r="r" b="b" t="t" l="l"/>
                <a:pathLst>
                  <a:path w="713261" h="713261" stroke="true" fill="norm" extrusionOk="true">
                    <a:moveTo>
                      <a:pt x="0" y="0"/>
                    </a:moveTo>
                    <a:lnTo>
                      <a:pt x="713262" y="0"/>
                    </a:lnTo>
                    <a:lnTo>
                      <a:pt x="713262" y="713262"/>
                    </a:lnTo>
                    <a:lnTo>
                      <a:pt x="0" y="713262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9" id="29"/>
              <p:cNvSpPr/>
              <p:nvPr/>
            </p:nvSpPr>
            <p:spPr>
              <a:xfrm rot="18900000">
                <a:off x="10452061" y="4672177"/>
                <a:ext cx="611179" cy="611179"/>
              </a:xfrm>
              <a:custGeom>
                <a:avLst/>
                <a:gdLst/>
                <a:ahLst/>
                <a:cxnLst/>
                <a:rect r="r" b="b" t="t" l="l"/>
                <a:pathLst>
                  <a:path w="500661" h="500661" stroke="true" fill="norm" extrusionOk="true">
                    <a:moveTo>
                      <a:pt x="0" y="0"/>
                    </a:moveTo>
                    <a:lnTo>
                      <a:pt x="500661" y="0"/>
                    </a:lnTo>
                    <a:lnTo>
                      <a:pt x="500661" y="500661"/>
                    </a:lnTo>
                    <a:lnTo>
                      <a:pt x="0" y="50066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30" id="30"/>
              <p:cNvSpPr/>
              <p:nvPr/>
            </p:nvSpPr>
            <p:spPr>
              <a:xfrm rot="18900000">
                <a:off x="10828312" y="3228397"/>
                <a:ext cx="353140" cy="353140"/>
              </a:xfrm>
              <a:custGeom>
                <a:avLst/>
                <a:gdLst/>
                <a:ahLst/>
                <a:cxnLst/>
                <a:rect r="r" b="b" t="t" l="l"/>
                <a:pathLst>
                  <a:path w="289283" h="289283" stroke="true" fill="norm" extrusionOk="true">
                    <a:moveTo>
                      <a:pt x="0" y="0"/>
                    </a:moveTo>
                    <a:lnTo>
                      <a:pt x="289284" y="0"/>
                    </a:lnTo>
                    <a:lnTo>
                      <a:pt x="289284" y="289283"/>
                    </a:lnTo>
                    <a:lnTo>
                      <a:pt x="0" y="28928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31" id="31"/>
              <p:cNvSpPr/>
              <p:nvPr/>
            </p:nvSpPr>
            <p:spPr>
              <a:xfrm rot="18900000">
                <a:off x="10122072" y="5638146"/>
                <a:ext cx="598290" cy="598290"/>
              </a:xfrm>
              <a:custGeom>
                <a:avLst/>
                <a:gdLst/>
                <a:ahLst/>
                <a:cxnLst/>
                <a:rect r="r" b="b" t="t" l="l"/>
                <a:pathLst>
                  <a:path w="490103" h="490103" stroke="true" fill="norm" extrusionOk="true">
                    <a:moveTo>
                      <a:pt x="0" y="0"/>
                    </a:moveTo>
                    <a:lnTo>
                      <a:pt x="490103" y="0"/>
                    </a:lnTo>
                    <a:lnTo>
                      <a:pt x="490103" y="490103"/>
                    </a:lnTo>
                    <a:lnTo>
                      <a:pt x="0" y="49010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>
              <a:off x="791866" y="773888"/>
              <a:ext cx="10569134" cy="5306052"/>
              <a:chOff x="791866" y="773888"/>
              <a:chExt cx="10569134" cy="5306052"/>
            </a:xfrm>
          </p:grpSpPr>
          <p:sp>
            <p:nvSpPr>
              <p:cNvPr name="Freeform 33" id="33"/>
              <p:cNvSpPr/>
              <p:nvPr/>
            </p:nvSpPr>
            <p:spPr>
              <a:xfrm>
                <a:off x="791866" y="773888"/>
                <a:ext cx="8645601" cy="1786156"/>
              </a:xfrm>
              <a:custGeom>
                <a:avLst/>
                <a:gdLst/>
                <a:ahLst/>
                <a:cxnLst/>
                <a:rect r="r" b="b" t="t" l="l"/>
                <a:pathLst>
                  <a:path w="8614904" h="1779814" stroke="true" fill="norm" extrusionOk="true">
                    <a:moveTo>
                      <a:pt x="0" y="1779814"/>
                    </a:moveTo>
                    <a:lnTo>
                      <a:pt x="0" y="0"/>
                    </a:lnTo>
                    <a:lnTo>
                      <a:pt x="8614904" y="0"/>
                    </a:lnTo>
                  </a:path>
                </a:pathLst>
              </a:custGeom>
              <a:noFill/>
              <a:ln w="12700" cap="flat" cmpd="sng">
                <a:solidFill>
                  <a:schemeClr val="accent1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cxnSp>
            <p:nvCxnSpPr>
              <p:cNvPr name="Connector 34" id="34"/>
              <p:cNvCxnSpPr/>
              <p:nvPr/>
            </p:nvCxnSpPr>
            <p:spPr>
              <a:xfrm>
                <a:off x="2672061" y="6079940"/>
                <a:ext cx="6906642" cy="0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  <p:cxnSp>
            <p:nvCxnSpPr>
              <p:cNvPr name="Connector 35" id="35"/>
              <p:cNvCxnSpPr/>
              <p:nvPr/>
            </p:nvCxnSpPr>
            <p:spPr>
              <a:xfrm>
                <a:off x="11361000" y="3768135"/>
                <a:ext cx="0" cy="857523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showMasterSp="false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57715" y="2816831"/>
            <a:ext cx="7113545" cy="1728484"/>
          </a:xfrm>
          <a:prstGeom prst="rect">
            <a:avLst/>
          </a:prstGeom>
          <a:noFill/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title"/>
          </p:nvPr>
        </p:nvSpPr>
        <p:spPr>
          <a:xfrm>
            <a:off x="4920342" y="2816830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true" i="false" sz="24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4" id="4"/>
          <p:cNvSpPr/>
          <p:nvPr>
            <p:ph type="body" idx="1"/>
          </p:nvPr>
        </p:nvSpPr>
        <p:spPr>
          <a:xfrm>
            <a:off x="4921458" y="3613150"/>
            <a:ext cx="4950919" cy="932165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b="false" i="false" sz="11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name="Freeform 5" id="5"/>
          <p:cNvSpPr/>
          <p:nvPr/>
        </p:nvSpPr>
        <p:spPr>
          <a:xfrm rot="19309675">
            <a:off x="1957474" y="1994651"/>
            <a:ext cx="1996442" cy="1503108"/>
          </a:xfrm>
          <a:custGeom>
            <a:avLst/>
            <a:gdLst/>
            <a:ahLst/>
            <a:cxnLst/>
            <a:rect r="r" b="b" t="t" l="l"/>
            <a:pathLst>
              <a:path w="1427499" h="1074757" stroke="true" fill="norm" extrusionOk="true">
                <a:moveTo>
                  <a:pt x="936800" y="886546"/>
                </a:moveTo>
                <a:cubicBezTo>
                  <a:pt x="970737" y="907310"/>
                  <a:pt x="997443" y="929434"/>
                  <a:pt x="1015034" y="950991"/>
                </a:cubicBezTo>
                <a:lnTo>
                  <a:pt x="1024734" y="966901"/>
                </a:lnTo>
                <a:lnTo>
                  <a:pt x="1014361" y="1042714"/>
                </a:lnTo>
                <a:cubicBezTo>
                  <a:pt x="1012790" y="1053784"/>
                  <a:pt x="1010193" y="1064346"/>
                  <a:pt x="1006794" y="1074757"/>
                </a:cubicBezTo>
                <a:cubicBezTo>
                  <a:pt x="995672" y="980451"/>
                  <a:pt x="845726" y="888061"/>
                  <a:pt x="652269" y="861416"/>
                </a:cubicBezTo>
                <a:cubicBezTo>
                  <a:pt x="458730" y="834720"/>
                  <a:pt x="289557" y="883180"/>
                  <a:pt x="253638" y="970984"/>
                </a:cubicBezTo>
                <a:cubicBezTo>
                  <a:pt x="253018" y="960037"/>
                  <a:pt x="253428" y="949044"/>
                  <a:pt x="254950" y="938056"/>
                </a:cubicBezTo>
                <a:lnTo>
                  <a:pt x="265280" y="862664"/>
                </a:lnTo>
                <a:lnTo>
                  <a:pt x="277164" y="851360"/>
                </a:lnTo>
                <a:cubicBezTo>
                  <a:pt x="298961" y="835526"/>
                  <a:pt x="329299" y="821279"/>
                  <a:pt x="365859" y="810318"/>
                </a:cubicBezTo>
                <a:cubicBezTo>
                  <a:pt x="450490" y="785002"/>
                  <a:pt x="555496" y="779010"/>
                  <a:pt x="661499" y="793652"/>
                </a:cubicBezTo>
                <a:cubicBezTo>
                  <a:pt x="772131" y="808922"/>
                  <a:pt x="868927" y="845017"/>
                  <a:pt x="936800" y="886546"/>
                </a:cubicBezTo>
                <a:close/>
                <a:moveTo>
                  <a:pt x="911637" y="547366"/>
                </a:moveTo>
                <a:cubicBezTo>
                  <a:pt x="1006289" y="607647"/>
                  <a:pt x="1061939" y="695319"/>
                  <a:pt x="1049705" y="784401"/>
                </a:cubicBezTo>
                <a:lnTo>
                  <a:pt x="1031861" y="914814"/>
                </a:lnTo>
                <a:lnTo>
                  <a:pt x="1014490" y="895982"/>
                </a:lnTo>
                <a:cubicBezTo>
                  <a:pt x="941556" y="831286"/>
                  <a:pt x="812235" y="776121"/>
                  <a:pt x="666730" y="756082"/>
                </a:cubicBezTo>
                <a:cubicBezTo>
                  <a:pt x="555436" y="740802"/>
                  <a:pt x="444761" y="747152"/>
                  <a:pt x="355045" y="774068"/>
                </a:cubicBezTo>
                <a:cubicBezTo>
                  <a:pt x="332517" y="780822"/>
                  <a:pt x="312143" y="788688"/>
                  <a:pt x="294141" y="797483"/>
                </a:cubicBezTo>
                <a:lnTo>
                  <a:pt x="272355" y="811026"/>
                </a:lnTo>
                <a:lnTo>
                  <a:pt x="290326" y="679872"/>
                </a:lnTo>
                <a:cubicBezTo>
                  <a:pt x="309820" y="537293"/>
                  <a:pt x="495695" y="445174"/>
                  <a:pt x="705383" y="474059"/>
                </a:cubicBezTo>
                <a:cubicBezTo>
                  <a:pt x="784015" y="484892"/>
                  <a:pt x="854846" y="511198"/>
                  <a:pt x="911637" y="547366"/>
                </a:cubicBezTo>
                <a:close/>
                <a:moveTo>
                  <a:pt x="770267" y="0"/>
                </a:moveTo>
                <a:lnTo>
                  <a:pt x="1427499" y="511334"/>
                </a:lnTo>
                <a:lnTo>
                  <a:pt x="1040163" y="665009"/>
                </a:lnTo>
                <a:cubicBezTo>
                  <a:pt x="998459" y="560903"/>
                  <a:pt x="869963" y="473352"/>
                  <a:pt x="708541" y="451151"/>
                </a:cubicBezTo>
                <a:cubicBezTo>
                  <a:pt x="547039" y="428902"/>
                  <a:pt x="399816" y="478606"/>
                  <a:pt x="331662" y="567632"/>
                </a:cubicBezTo>
                <a:lnTo>
                  <a:pt x="129068" y="413190"/>
                </a:lnTo>
                <a:lnTo>
                  <a:pt x="79957" y="771904"/>
                </a:lnTo>
                <a:lnTo>
                  <a:pt x="95171" y="780880"/>
                </a:lnTo>
                <a:cubicBezTo>
                  <a:pt x="100216" y="787518"/>
                  <a:pt x="102758" y="796065"/>
                  <a:pt x="101554" y="804965"/>
                </a:cubicBezTo>
                <a:lnTo>
                  <a:pt x="91576" y="822059"/>
                </a:lnTo>
                <a:lnTo>
                  <a:pt x="91576" y="973480"/>
                </a:lnTo>
                <a:lnTo>
                  <a:pt x="68525" y="973480"/>
                </a:lnTo>
                <a:lnTo>
                  <a:pt x="68525" y="886000"/>
                </a:lnTo>
                <a:lnTo>
                  <a:pt x="56889" y="971046"/>
                </a:lnTo>
                <a:lnTo>
                  <a:pt x="34146" y="967934"/>
                </a:lnTo>
                <a:lnTo>
                  <a:pt x="44695" y="890830"/>
                </a:lnTo>
                <a:lnTo>
                  <a:pt x="23384" y="967195"/>
                </a:lnTo>
                <a:lnTo>
                  <a:pt x="1274" y="961025"/>
                </a:lnTo>
                <a:lnTo>
                  <a:pt x="42022" y="815008"/>
                </a:lnTo>
                <a:lnTo>
                  <a:pt x="37058" y="796039"/>
                </a:lnTo>
                <a:cubicBezTo>
                  <a:pt x="38286" y="787099"/>
                  <a:pt x="43015" y="779551"/>
                  <a:pt x="49660" y="774538"/>
                </a:cubicBezTo>
                <a:lnTo>
                  <a:pt x="66347" y="770188"/>
                </a:lnTo>
                <a:lnTo>
                  <a:pt x="116533" y="403634"/>
                </a:lnTo>
                <a:lnTo>
                  <a:pt x="0" y="314799"/>
                </a:ln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>
              <a:buNone/>
            </a:pPr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>
              <a:buNone/>
            </a:pPr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>
              <a:buNone/>
            </a:pPr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  <p:sp>
        <p:nvSpPr>
          <p:cNvPr name="AutoShape 5" id="5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6" id="6"/>
          <p:cNvSpPr/>
          <p:nvPr>
            <p:ph type="obj" sz="quarter" idx="13"/>
          </p:nvPr>
        </p:nvSpPr>
        <p:spPr>
          <a:xfrm>
            <a:off x="669925" y="1130299"/>
            <a:ext cx="10850563" cy="5006975"/>
          </a:xfr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>
              <a:buNone/>
            </a:pPr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>
              <a:buNone/>
            </a:pPr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>
              <a:buNone/>
            </a:pPr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末尾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450328" y="1233492"/>
            <a:ext cx="9291345" cy="2778704"/>
          </a:xfrm>
        </p:spPr>
        <p:txBody>
          <a:bodyPr vert="horz" anchor="b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true" i="false" sz="32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name="AutoShape 3" id="3"/>
          <p:cNvSpPr/>
          <p:nvPr>
            <p:ph type="body" sz="quarter" idx="18"/>
          </p:nvPr>
        </p:nvSpPr>
        <p:spPr>
          <a:xfrm>
            <a:off x="1450328" y="4696922"/>
            <a:ext cx="9291345" cy="310871"/>
          </a:xfrm>
        </p:spPr>
        <p:txBody>
          <a:bodyPr vert="horz" anchor="t" tIns="45720" lIns="91440" bIns="45720" rIns="91440">
            <a:normAutofit/>
          </a:bodyPr>
          <a:p>
            <a:pPr fontAlgn="auto" algn="ctr" indent="-228589" marR="0" marL="228589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US" b="false" i="false" sz="14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name="AutoShape 4" id="4"/>
          <p:cNvSpPr/>
          <p:nvPr>
            <p:ph type="body" sz="quarter" idx="10"/>
          </p:nvPr>
        </p:nvSpPr>
        <p:spPr>
          <a:xfrm>
            <a:off x="1450328" y="4400651"/>
            <a:ext cx="9291345" cy="296271"/>
          </a:xfrm>
        </p:spPr>
        <p:txBody>
          <a:bodyPr vert="horz" anchor="ctr" tIns="45720" lIns="91440" bIns="45720" rIns="91440">
            <a:no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false" i="false" sz="1400" baseline="0" u="none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</a:rPr>
              <a:t>Signature</a:t>
            </a:r>
          </a:p>
        </p:txBody>
      </p:sp>
      <p:grpSp>
        <p:nvGrpSpPr>
          <p:cNvPr name="Group 5" id="5"/>
          <p:cNvGrpSpPr/>
          <p:nvPr/>
        </p:nvGrpSpPr>
        <p:grpSpPr>
          <a:xfrm>
            <a:off x="-720859" y="-644602"/>
            <a:ext cx="13596845" cy="8068191"/>
            <a:chOff x="-720859" y="-644602"/>
            <a:chExt cx="13596845" cy="8068191"/>
          </a:xfrm>
        </p:grpSpPr>
        <p:grpSp>
          <p:nvGrpSpPr>
            <p:cNvPr name="Group 6" id="6"/>
            <p:cNvGrpSpPr/>
            <p:nvPr/>
          </p:nvGrpSpPr>
          <p:grpSpPr>
            <a:xfrm>
              <a:off x="-720859" y="2921615"/>
              <a:ext cx="3221406" cy="4501974"/>
              <a:chOff x="-720859" y="2892587"/>
              <a:chExt cx="3221406" cy="4501974"/>
            </a:xfrm>
          </p:grpSpPr>
          <p:sp>
            <p:nvSpPr>
              <p:cNvPr name="Freeform 7" id="7"/>
              <p:cNvSpPr/>
              <p:nvPr/>
            </p:nvSpPr>
            <p:spPr>
              <a:xfrm rot="13500000">
                <a:off x="1396725" y="6290739"/>
                <a:ext cx="1103822" cy="1103822"/>
              </a:xfrm>
              <a:custGeom>
                <a:avLst/>
                <a:gdLst/>
                <a:ahLst/>
                <a:cxnLst/>
                <a:rect r="r" b="b" t="t" l="l"/>
                <a:pathLst>
                  <a:path w="1103822" h="1103822" stroke="true" fill="norm" extrusionOk="true">
                    <a:moveTo>
                      <a:pt x="1103822" y="1103822"/>
                    </a:moveTo>
                    <a:lnTo>
                      <a:pt x="0" y="1103822"/>
                    </a:lnTo>
                    <a:lnTo>
                      <a:pt x="110382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8" id="8"/>
              <p:cNvSpPr/>
              <p:nvPr/>
            </p:nvSpPr>
            <p:spPr>
              <a:xfrm>
                <a:off x="0" y="4531588"/>
                <a:ext cx="2074921" cy="2311065"/>
              </a:xfrm>
              <a:custGeom>
                <a:avLst/>
                <a:gdLst/>
                <a:ahLst/>
                <a:cxnLst/>
                <a:rect r="r" b="b" t="t" l="l"/>
                <a:pathLst>
                  <a:path w="2074921" h="2311065" stroke="true" fill="norm" extrusionOk="true">
                    <a:moveTo>
                      <a:pt x="781969" y="0"/>
                    </a:moveTo>
                    <a:lnTo>
                      <a:pt x="1426000" y="0"/>
                    </a:lnTo>
                    <a:lnTo>
                      <a:pt x="2074921" y="648921"/>
                    </a:lnTo>
                    <a:lnTo>
                      <a:pt x="412777" y="2311065"/>
                    </a:lnTo>
                    <a:lnTo>
                      <a:pt x="0" y="2311065"/>
                    </a:lnTo>
                    <a:lnTo>
                      <a:pt x="0" y="2079811"/>
                    </a:lnTo>
                    <a:lnTo>
                      <a:pt x="1430890" y="64892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9" id="9"/>
              <p:cNvSpPr/>
              <p:nvPr/>
            </p:nvSpPr>
            <p:spPr>
              <a:xfrm>
                <a:off x="0" y="3443133"/>
                <a:ext cx="1009798" cy="1010660"/>
              </a:xfrm>
              <a:custGeom>
                <a:avLst/>
                <a:gdLst/>
                <a:ahLst/>
                <a:cxnLst/>
                <a:rect r="r" b="b" t="t" l="l"/>
                <a:pathLst>
                  <a:path w="1009798" h="1010660" stroke="true" fill="norm" extrusionOk="true">
                    <a:moveTo>
                      <a:pt x="0" y="0"/>
                    </a:moveTo>
                    <a:lnTo>
                      <a:pt x="1009798" y="1009799"/>
                    </a:lnTo>
                    <a:lnTo>
                      <a:pt x="1008814" y="1010660"/>
                    </a:lnTo>
                    <a:lnTo>
                      <a:pt x="692692" y="1010660"/>
                    </a:lnTo>
                    <a:lnTo>
                      <a:pt x="0" y="317968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0" id="10"/>
              <p:cNvSpPr/>
              <p:nvPr/>
            </p:nvSpPr>
            <p:spPr>
              <a:xfrm>
                <a:off x="595494" y="6225852"/>
                <a:ext cx="922749" cy="616801"/>
              </a:xfrm>
              <a:custGeom>
                <a:avLst/>
                <a:gdLst/>
                <a:ahLst/>
                <a:cxnLst/>
                <a:rect r="r" b="b" t="t" l="l"/>
                <a:pathLst>
                  <a:path w="922749" h="616801" stroke="true" fill="norm" extrusionOk="true">
                    <a:moveTo>
                      <a:pt x="636464" y="0"/>
                    </a:moveTo>
                    <a:lnTo>
                      <a:pt x="921971" y="4446"/>
                    </a:lnTo>
                    <a:lnTo>
                      <a:pt x="922749" y="5223"/>
                    </a:lnTo>
                    <a:lnTo>
                      <a:pt x="291769" y="616801"/>
                    </a:lnTo>
                    <a:lnTo>
                      <a:pt x="0" y="61680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1" id="11"/>
              <p:cNvSpPr/>
              <p:nvPr/>
            </p:nvSpPr>
            <p:spPr>
              <a:xfrm rot="13500000">
                <a:off x="903260" y="3716174"/>
                <a:ext cx="488769" cy="488769"/>
              </a:xfrm>
              <a:custGeom>
                <a:avLst/>
                <a:gdLst/>
                <a:ahLst/>
                <a:cxnLst/>
                <a:rect r="r" b="b" t="t" l="l"/>
                <a:pathLst>
                  <a:path w="488769" h="488769" stroke="true" fill="norm" extrusionOk="true">
                    <a:moveTo>
                      <a:pt x="0" y="0"/>
                    </a:moveTo>
                    <a:lnTo>
                      <a:pt x="488770" y="0"/>
                    </a:lnTo>
                    <a:lnTo>
                      <a:pt x="488770" y="488770"/>
                    </a:lnTo>
                    <a:lnTo>
                      <a:pt x="0" y="48877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2" id="12"/>
              <p:cNvSpPr/>
              <p:nvPr/>
            </p:nvSpPr>
            <p:spPr>
              <a:xfrm rot="13500000">
                <a:off x="1808182" y="5969160"/>
                <a:ext cx="280837" cy="280837"/>
              </a:xfrm>
              <a:custGeom>
                <a:avLst/>
                <a:gdLst/>
                <a:ahLst/>
                <a:cxnLst/>
                <a:rect r="r" b="b" t="t" l="l"/>
                <a:pathLst>
                  <a:path w="280837" h="280837" stroke="true" fill="norm" extrusionOk="true">
                    <a:moveTo>
                      <a:pt x="0" y="0"/>
                    </a:moveTo>
                    <a:lnTo>
                      <a:pt x="280837" y="0"/>
                    </a:lnTo>
                    <a:lnTo>
                      <a:pt x="280837" y="280838"/>
                    </a:lnTo>
                    <a:lnTo>
                      <a:pt x="0" y="280838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3" id="13"/>
              <p:cNvSpPr/>
              <p:nvPr/>
            </p:nvSpPr>
            <p:spPr>
              <a:xfrm rot="13500000">
                <a:off x="-720859" y="4425475"/>
                <a:ext cx="1463420" cy="1463420"/>
              </a:xfrm>
              <a:custGeom>
                <a:avLst/>
                <a:gdLst/>
                <a:ahLst/>
                <a:cxnLst/>
                <a:rect r="r" b="b" t="t" l="l"/>
                <a:pathLst>
                  <a:path w="1463420" h="1463420" stroke="true" fill="norm" extrusionOk="true">
                    <a:moveTo>
                      <a:pt x="1463420" y="1463420"/>
                    </a:moveTo>
                    <a:lnTo>
                      <a:pt x="0" y="1463420"/>
                    </a:lnTo>
                    <a:lnTo>
                      <a:pt x="0" y="0"/>
                    </a:lnTo>
                    <a:lnTo>
                      <a:pt x="15346" y="0"/>
                    </a:lnTo>
                    <a:lnTo>
                      <a:pt x="1463420" y="1448074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4" id="14"/>
              <p:cNvSpPr/>
              <p:nvPr/>
            </p:nvSpPr>
            <p:spPr>
              <a:xfrm rot="13500000">
                <a:off x="-175022" y="4005056"/>
                <a:ext cx="371745" cy="371745"/>
              </a:xfrm>
              <a:custGeom>
                <a:avLst/>
                <a:gdLst/>
                <a:ahLst/>
                <a:cxnLst/>
                <a:rect r="r" b="b" t="t" l="l"/>
                <a:pathLst>
                  <a:path w="371745" h="371745" stroke="true" fill="norm" extrusionOk="true">
                    <a:moveTo>
                      <a:pt x="371745" y="371745"/>
                    </a:moveTo>
                    <a:lnTo>
                      <a:pt x="0" y="371745"/>
                    </a:lnTo>
                    <a:lnTo>
                      <a:pt x="0" y="0"/>
                    </a:lnTo>
                    <a:lnTo>
                      <a:pt x="15345" y="0"/>
                    </a:lnTo>
                    <a:lnTo>
                      <a:pt x="371745" y="35640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5" id="15"/>
              <p:cNvSpPr/>
              <p:nvPr/>
            </p:nvSpPr>
            <p:spPr>
              <a:xfrm rot="13500000">
                <a:off x="567952" y="3507161"/>
                <a:ext cx="193151" cy="193151"/>
              </a:xfrm>
              <a:custGeom>
                <a:avLst/>
                <a:gdLst/>
                <a:ahLst/>
                <a:cxnLst/>
                <a:rect r="r" b="b" t="t" l="l"/>
                <a:pathLst>
                  <a:path w="193151" h="193151" stroke="true" fill="norm" extrusionOk="true">
                    <a:moveTo>
                      <a:pt x="0" y="0"/>
                    </a:moveTo>
                    <a:lnTo>
                      <a:pt x="193152" y="0"/>
                    </a:lnTo>
                    <a:lnTo>
                      <a:pt x="193152" y="193152"/>
                    </a:lnTo>
                    <a:lnTo>
                      <a:pt x="0" y="19315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6" id="16"/>
              <p:cNvSpPr/>
              <p:nvPr/>
            </p:nvSpPr>
            <p:spPr>
              <a:xfrm rot="13500000">
                <a:off x="382070" y="2892587"/>
                <a:ext cx="564896" cy="564896"/>
              </a:xfrm>
              <a:custGeom>
                <a:avLst/>
                <a:gdLst/>
                <a:ahLst/>
                <a:cxnLst/>
                <a:rect r="r" b="b" t="t" l="l"/>
                <a:pathLst>
                  <a:path w="564896" h="564896" stroke="true" fill="norm" extrusionOk="true">
                    <a:moveTo>
                      <a:pt x="0" y="0"/>
                    </a:moveTo>
                    <a:lnTo>
                      <a:pt x="564897" y="0"/>
                    </a:lnTo>
                    <a:lnTo>
                      <a:pt x="564897" y="564897"/>
                    </a:lnTo>
                    <a:lnTo>
                      <a:pt x="0" y="564897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>
              <a:off x="8766630" y="-644602"/>
              <a:ext cx="4109356" cy="7517115"/>
              <a:chOff x="8766630" y="-644602"/>
              <a:chExt cx="4109356" cy="7517115"/>
            </a:xfrm>
          </p:grpSpPr>
          <p:sp>
            <p:nvSpPr>
              <p:cNvPr name="Freeform 18" id="18"/>
              <p:cNvSpPr/>
              <p:nvPr/>
            </p:nvSpPr>
            <p:spPr>
              <a:xfrm rot="13500000">
                <a:off x="11542417" y="1443117"/>
                <a:ext cx="1333569" cy="1333569"/>
              </a:xfrm>
              <a:custGeom>
                <a:avLst/>
                <a:gdLst/>
                <a:ahLst/>
                <a:cxnLst/>
                <a:rect r="r" b="b" t="t" l="l"/>
                <a:pathLst>
                  <a:path w="1333569" h="1333569" stroke="true" fill="norm" extrusionOk="true">
                    <a:moveTo>
                      <a:pt x="1333569" y="1333569"/>
                    </a:moveTo>
                    <a:lnTo>
                      <a:pt x="0" y="0"/>
                    </a:lnTo>
                    <a:lnTo>
                      <a:pt x="13335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19" id="19"/>
              <p:cNvSpPr/>
              <p:nvPr/>
            </p:nvSpPr>
            <p:spPr>
              <a:xfrm>
                <a:off x="10676293" y="2380950"/>
                <a:ext cx="1515707" cy="1775659"/>
              </a:xfrm>
              <a:custGeom>
                <a:avLst/>
                <a:gdLst/>
                <a:ahLst/>
                <a:cxnLst/>
                <a:rect r="r" b="b" t="t" l="l"/>
                <a:pathLst>
                  <a:path w="1515707" h="1775659" stroke="true" fill="norm" extrusionOk="true">
                    <a:moveTo>
                      <a:pt x="259952" y="0"/>
                    </a:moveTo>
                    <a:lnTo>
                      <a:pt x="1515707" y="1255756"/>
                    </a:lnTo>
                    <a:lnTo>
                      <a:pt x="1515707" y="1775659"/>
                    </a:lnTo>
                    <a:lnTo>
                      <a:pt x="0" y="259953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0" id="20"/>
              <p:cNvSpPr/>
              <p:nvPr/>
            </p:nvSpPr>
            <p:spPr>
              <a:xfrm>
                <a:off x="10453800" y="5094854"/>
                <a:ext cx="1738201" cy="1777659"/>
              </a:xfrm>
              <a:custGeom>
                <a:avLst/>
                <a:gdLst/>
                <a:ahLst/>
                <a:cxnLst/>
                <a:rect r="r" b="b" t="t" l="l"/>
                <a:pathLst>
                  <a:path w="1738201" h="1777659" stroke="true" fill="norm" extrusionOk="true">
                    <a:moveTo>
                      <a:pt x="258720" y="0"/>
                    </a:moveTo>
                    <a:lnTo>
                      <a:pt x="1738201" y="1479480"/>
                    </a:lnTo>
                    <a:lnTo>
                      <a:pt x="1738201" y="1777659"/>
                    </a:lnTo>
                    <a:lnTo>
                      <a:pt x="1518941" y="1777659"/>
                    </a:lnTo>
                    <a:lnTo>
                      <a:pt x="0" y="25872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1" id="21"/>
              <p:cNvSpPr/>
              <p:nvPr/>
            </p:nvSpPr>
            <p:spPr>
              <a:xfrm>
                <a:off x="10331698" y="1324637"/>
                <a:ext cx="1375945" cy="1207717"/>
              </a:xfrm>
              <a:custGeom>
                <a:avLst/>
                <a:gdLst/>
                <a:ahLst/>
                <a:cxnLst/>
                <a:rect r="r" b="b" t="t" l="l"/>
                <a:pathLst>
                  <a:path w="1127137" h="989329" stroke="true" fill="norm" extrusionOk="true">
                    <a:moveTo>
                      <a:pt x="840741" y="778"/>
                    </a:moveTo>
                    <a:lnTo>
                      <a:pt x="0" y="846186"/>
                    </a:lnTo>
                    <a:lnTo>
                      <a:pt x="144032" y="989329"/>
                    </a:lnTo>
                    <a:lnTo>
                      <a:pt x="1127138" y="778"/>
                    </a:lnTo>
                    <a:lnTo>
                      <a:pt x="1126249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2" id="22"/>
              <p:cNvSpPr/>
              <p:nvPr/>
            </p:nvSpPr>
            <p:spPr>
              <a:xfrm>
                <a:off x="8766630" y="-2051"/>
                <a:ext cx="705611" cy="358343"/>
              </a:xfrm>
              <a:custGeom>
                <a:avLst/>
                <a:gdLst/>
                <a:ahLst/>
                <a:cxnLst/>
                <a:rect r="r" b="b" t="t" l="l"/>
                <a:pathLst>
                  <a:path w="705611" h="358343" stroke="true" fill="norm" extrusionOk="true">
                    <a:moveTo>
                      <a:pt x="4114" y="0"/>
                    </a:moveTo>
                    <a:lnTo>
                      <a:pt x="355631" y="0"/>
                    </a:lnTo>
                    <a:lnTo>
                      <a:pt x="351517" y="4114"/>
                    </a:lnTo>
                    <a:lnTo>
                      <a:pt x="705611" y="358343"/>
                    </a:lnTo>
                    <a:lnTo>
                      <a:pt x="354094" y="358343"/>
                    </a:lnTo>
                    <a:lnTo>
                      <a:pt x="0" y="4114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3" id="23"/>
              <p:cNvSpPr/>
              <p:nvPr/>
            </p:nvSpPr>
            <p:spPr>
              <a:xfrm>
                <a:off x="9347969" y="398754"/>
                <a:ext cx="616476" cy="538466"/>
              </a:xfrm>
              <a:custGeom>
                <a:avLst/>
                <a:gdLst/>
                <a:ahLst/>
                <a:cxnLst/>
                <a:rect r="r" b="b" t="t" l="l"/>
                <a:pathLst>
                  <a:path w="505000" h="441097" stroke="true" fill="norm" extrusionOk="true">
                    <a:moveTo>
                      <a:pt x="128028" y="0"/>
                    </a:moveTo>
                    <a:lnTo>
                      <a:pt x="505000" y="376972"/>
                    </a:lnTo>
                    <a:lnTo>
                      <a:pt x="440764" y="441097"/>
                    </a:lnTo>
                    <a:lnTo>
                      <a:pt x="0" y="333"/>
                    </a:lnTo>
                    <a:lnTo>
                      <a:pt x="33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4" id="24"/>
              <p:cNvSpPr/>
              <p:nvPr/>
            </p:nvSpPr>
            <p:spPr>
              <a:xfrm rot="13500000">
                <a:off x="9666347" y="-644602"/>
                <a:ext cx="1318546" cy="1318546"/>
              </a:xfrm>
              <a:custGeom>
                <a:avLst/>
                <a:gdLst/>
                <a:ahLst/>
                <a:cxnLst/>
                <a:rect r="r" b="b" t="t" l="l"/>
                <a:pathLst>
                  <a:path w="1318546" h="1318546" stroke="true" fill="norm" extrusionOk="true">
                    <a:moveTo>
                      <a:pt x="1318546" y="23649"/>
                    </a:moveTo>
                    <a:lnTo>
                      <a:pt x="23649" y="1318546"/>
                    </a:lnTo>
                    <a:lnTo>
                      <a:pt x="0" y="1318546"/>
                    </a:lnTo>
                    <a:lnTo>
                      <a:pt x="0" y="0"/>
                    </a:lnTo>
                    <a:lnTo>
                      <a:pt x="1318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5" id="25"/>
              <p:cNvSpPr/>
              <p:nvPr/>
            </p:nvSpPr>
            <p:spPr>
              <a:xfrm>
                <a:off x="10173159" y="-2051"/>
                <a:ext cx="2018841" cy="1895326"/>
              </a:xfrm>
              <a:custGeom>
                <a:avLst/>
                <a:gdLst/>
                <a:ahLst/>
                <a:cxnLst/>
                <a:rect r="r" b="b" t="t" l="l"/>
                <a:pathLst>
                  <a:path w="2018841" h="1895326" stroke="true" fill="norm" extrusionOk="true">
                    <a:moveTo>
                      <a:pt x="1474146" y="0"/>
                    </a:moveTo>
                    <a:lnTo>
                      <a:pt x="2018841" y="0"/>
                    </a:lnTo>
                    <a:lnTo>
                      <a:pt x="2018841" y="297403"/>
                    </a:lnTo>
                    <a:lnTo>
                      <a:pt x="421035" y="1895326"/>
                    </a:lnTo>
                    <a:lnTo>
                      <a:pt x="0" y="147414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6" id="26"/>
              <p:cNvSpPr/>
              <p:nvPr/>
            </p:nvSpPr>
            <p:spPr>
              <a:xfrm rot="18900000">
                <a:off x="9759033" y="1274791"/>
                <a:ext cx="870709" cy="870709"/>
              </a:xfrm>
              <a:custGeom>
                <a:avLst/>
                <a:gdLst/>
                <a:ahLst/>
                <a:cxnLst/>
                <a:rect r="r" b="b" t="t" l="l"/>
                <a:pathLst>
                  <a:path w="713261" h="713261" stroke="true" fill="norm" extrusionOk="true">
                    <a:moveTo>
                      <a:pt x="0" y="0"/>
                    </a:moveTo>
                    <a:lnTo>
                      <a:pt x="713262" y="0"/>
                    </a:lnTo>
                    <a:lnTo>
                      <a:pt x="713262" y="713262"/>
                    </a:lnTo>
                    <a:lnTo>
                      <a:pt x="0" y="713262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7" id="27"/>
              <p:cNvSpPr/>
              <p:nvPr/>
            </p:nvSpPr>
            <p:spPr>
              <a:xfrm rot="18900000">
                <a:off x="10452061" y="4672177"/>
                <a:ext cx="611179" cy="611179"/>
              </a:xfrm>
              <a:custGeom>
                <a:avLst/>
                <a:gdLst/>
                <a:ahLst/>
                <a:cxnLst/>
                <a:rect r="r" b="b" t="t" l="l"/>
                <a:pathLst>
                  <a:path w="500661" h="500661" stroke="true" fill="norm" extrusionOk="true">
                    <a:moveTo>
                      <a:pt x="0" y="0"/>
                    </a:moveTo>
                    <a:lnTo>
                      <a:pt x="500661" y="0"/>
                    </a:lnTo>
                    <a:lnTo>
                      <a:pt x="500661" y="500661"/>
                    </a:lnTo>
                    <a:lnTo>
                      <a:pt x="0" y="50066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8" id="28"/>
              <p:cNvSpPr/>
              <p:nvPr/>
            </p:nvSpPr>
            <p:spPr>
              <a:xfrm rot="18900000">
                <a:off x="10828312" y="3228397"/>
                <a:ext cx="353140" cy="353140"/>
              </a:xfrm>
              <a:custGeom>
                <a:avLst/>
                <a:gdLst/>
                <a:ahLst/>
                <a:cxnLst/>
                <a:rect r="r" b="b" t="t" l="l"/>
                <a:pathLst>
                  <a:path w="289283" h="289283" stroke="true" fill="norm" extrusionOk="true">
                    <a:moveTo>
                      <a:pt x="0" y="0"/>
                    </a:moveTo>
                    <a:lnTo>
                      <a:pt x="289284" y="0"/>
                    </a:lnTo>
                    <a:lnTo>
                      <a:pt x="289284" y="289283"/>
                    </a:lnTo>
                    <a:lnTo>
                      <a:pt x="0" y="28928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9" id="29"/>
              <p:cNvSpPr/>
              <p:nvPr/>
            </p:nvSpPr>
            <p:spPr>
              <a:xfrm rot="18900000">
                <a:off x="10122072" y="5638146"/>
                <a:ext cx="598290" cy="598290"/>
              </a:xfrm>
              <a:custGeom>
                <a:avLst/>
                <a:gdLst/>
                <a:ahLst/>
                <a:cxnLst/>
                <a:rect r="r" b="b" t="t" l="l"/>
                <a:pathLst>
                  <a:path w="490103" h="490103" stroke="true" fill="norm" extrusionOk="true">
                    <a:moveTo>
                      <a:pt x="0" y="0"/>
                    </a:moveTo>
                    <a:lnTo>
                      <a:pt x="490103" y="0"/>
                    </a:lnTo>
                    <a:lnTo>
                      <a:pt x="490103" y="490103"/>
                    </a:lnTo>
                    <a:lnTo>
                      <a:pt x="0" y="490103"/>
                    </a:lnTo>
                    <a:close/>
                  </a:path>
                </a:pathLst>
              </a:custGeom>
              <a:noFill/>
              <a:ln w="16561" cap="flat">
                <a:solidFill>
                  <a:schemeClr val="accent1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>
              <a:off x="791866" y="773888"/>
              <a:ext cx="10569134" cy="5306052"/>
              <a:chOff x="791866" y="773888"/>
              <a:chExt cx="10569134" cy="5306052"/>
            </a:xfrm>
          </p:grpSpPr>
          <p:sp>
            <p:nvSpPr>
              <p:cNvPr name="Freeform 31" id="31"/>
              <p:cNvSpPr/>
              <p:nvPr/>
            </p:nvSpPr>
            <p:spPr>
              <a:xfrm>
                <a:off x="791866" y="773888"/>
                <a:ext cx="8645601" cy="1786156"/>
              </a:xfrm>
              <a:custGeom>
                <a:avLst/>
                <a:gdLst/>
                <a:ahLst/>
                <a:cxnLst/>
                <a:rect r="r" b="b" t="t" l="l"/>
                <a:pathLst>
                  <a:path w="8614904" h="1779814" stroke="true" fill="norm" extrusionOk="true">
                    <a:moveTo>
                      <a:pt x="0" y="1779814"/>
                    </a:moveTo>
                    <a:lnTo>
                      <a:pt x="0" y="0"/>
                    </a:lnTo>
                    <a:lnTo>
                      <a:pt x="8614904" y="0"/>
                    </a:lnTo>
                  </a:path>
                </a:pathLst>
              </a:custGeom>
              <a:noFill/>
              <a:ln w="12700" cap="flat" cmpd="sng">
                <a:solidFill>
                  <a:schemeClr val="accent1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cxnSp>
            <p:nvCxnSpPr>
              <p:cNvPr name="Connector 32" id="32"/>
              <p:cNvCxnSpPr/>
              <p:nvPr/>
            </p:nvCxnSpPr>
            <p:spPr>
              <a:xfrm>
                <a:off x="2672061" y="6079940"/>
                <a:ext cx="6906642" cy="0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  <p:cxnSp>
            <p:nvCxnSpPr>
              <p:cNvPr name="Connector 33" id="33"/>
              <p:cNvCxnSpPr/>
              <p:nvPr/>
            </p:nvCxnSpPr>
            <p:spPr>
              <a:xfrm>
                <a:off x="11361000" y="3768135"/>
                <a:ext cx="0" cy="857523"/>
              </a:xfrm>
              <a:prstGeom prst="line">
                <a:avLst/>
              </a:prstGeom>
              <a:ln w="12700" cap="flat" cmpd="sng">
                <a:solidFill>
                  <a:schemeClr val="accent1"/>
                </a:solidFill>
                <a:prstDash val="soli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 cap="flat" cmpd="sng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cxnSp>
      <p:sp>
        <p:nvSpPr>
          <p:cNvPr name="AutoShape 5" id="5"/>
          <p:cNvSpPr/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>
              <a:buNone/>
            </a:pPr>
          </a:p>
        </p:txBody>
      </p:sp>
      <p:sp>
        <p:nvSpPr>
          <p:cNvPr name="AutoShape 6" id="6"/>
          <p:cNvSpPr/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>
              <a:buNone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请在插入菜单</a:t>
            </a: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name="AutoShape 7" id="7"/>
          <p:cNvSpPr/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>
              <a:buNone/>
            </a:pPr>
            <a:fld type="slidenum" id="{3386411A-70EE-422D-B97C-F56BEE3FF077}">
              <a:rPr lang="zh-CN" b="false" i="false" sz="1800" baseline="0" u="none" altLang="en-US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</p:sldLayoutIdLst>
  <p:hf ftr="true" dt="false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 hidden="true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anchor="ctr" wrap="none" tIns="0" lIns="0" bIns="0" rIns="0">
            <a:noAutofit/>
          </a:bodyPr>
          <a:p>
            <a:pPr algn="ctr" mar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3" id="3"/>
          <p:cNvSpPr/>
          <p:nvPr>
            <p:ph type="subTitle" idx="1"/>
          </p:nvPr>
        </p:nvSpPr>
        <p:spPr>
          <a:xfrm>
            <a:off x="1725541" y="3678147"/>
            <a:ext cx="8850102" cy="580532"/>
          </a:xfrm>
        </p:spPr>
        <p:txBody>
          <a:bodyPr vert="horz" anchor="t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6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Presenter</a:t>
            </a:r>
          </a:p>
        </p:txBody>
      </p:sp>
      <p:sp>
        <p:nvSpPr>
          <p:cNvPr name="AutoShape 4" id="4"/>
          <p:cNvSpPr/>
          <p:nvPr/>
        </p:nvSpPr>
        <p:spPr>
          <a:xfrm>
            <a:off x="2464236" y="1966258"/>
            <a:ext cx="7263528" cy="184666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ctr" marL="0"/>
            <a:r>
              <a:rPr lang="zh-CN" b="true" i="false" sz="54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Mastering Python: From Basics to Advanced OOP</a:t>
            </a:r>
          </a:p>
        </p:txBody>
      </p:sp>
      <p:sp>
        <p:nvSpPr>
          <p:cNvPr name="Freeform 5" id="5"/>
          <p:cNvSpPr/>
          <p:nvPr/>
        </p:nvSpPr>
        <p:spPr>
          <a:xfrm rot="19731386">
            <a:off x="839689" y="1090487"/>
            <a:ext cx="1771704" cy="1333904"/>
          </a:xfrm>
          <a:custGeom>
            <a:avLst/>
            <a:gdLst/>
            <a:ahLst/>
            <a:cxnLst/>
            <a:rect r="r" b="b" t="t" l="l"/>
            <a:pathLst>
              <a:path w="1427499" h="1074757" stroke="true" fill="norm" extrusionOk="true">
                <a:moveTo>
                  <a:pt x="936800" y="886546"/>
                </a:moveTo>
                <a:cubicBezTo>
                  <a:pt x="970737" y="907310"/>
                  <a:pt x="997443" y="929434"/>
                  <a:pt x="1015034" y="950991"/>
                </a:cubicBezTo>
                <a:lnTo>
                  <a:pt x="1024734" y="966901"/>
                </a:lnTo>
                <a:lnTo>
                  <a:pt x="1014361" y="1042714"/>
                </a:lnTo>
                <a:cubicBezTo>
                  <a:pt x="1012790" y="1053784"/>
                  <a:pt x="1010193" y="1064346"/>
                  <a:pt x="1006794" y="1074757"/>
                </a:cubicBezTo>
                <a:cubicBezTo>
                  <a:pt x="995672" y="980451"/>
                  <a:pt x="845726" y="888061"/>
                  <a:pt x="652269" y="861416"/>
                </a:cubicBezTo>
                <a:cubicBezTo>
                  <a:pt x="458730" y="834720"/>
                  <a:pt x="289557" y="883180"/>
                  <a:pt x="253638" y="970984"/>
                </a:cubicBezTo>
                <a:cubicBezTo>
                  <a:pt x="253018" y="960037"/>
                  <a:pt x="253428" y="949044"/>
                  <a:pt x="254950" y="938056"/>
                </a:cubicBezTo>
                <a:lnTo>
                  <a:pt x="265280" y="862664"/>
                </a:lnTo>
                <a:lnTo>
                  <a:pt x="277164" y="851360"/>
                </a:lnTo>
                <a:cubicBezTo>
                  <a:pt x="298961" y="835526"/>
                  <a:pt x="329299" y="821279"/>
                  <a:pt x="365859" y="810318"/>
                </a:cubicBezTo>
                <a:cubicBezTo>
                  <a:pt x="450490" y="785002"/>
                  <a:pt x="555496" y="779010"/>
                  <a:pt x="661499" y="793652"/>
                </a:cubicBezTo>
                <a:cubicBezTo>
                  <a:pt x="772131" y="808922"/>
                  <a:pt x="868927" y="845017"/>
                  <a:pt x="936800" y="886546"/>
                </a:cubicBezTo>
                <a:close/>
                <a:moveTo>
                  <a:pt x="911637" y="547366"/>
                </a:moveTo>
                <a:cubicBezTo>
                  <a:pt x="1006289" y="607647"/>
                  <a:pt x="1061939" y="695319"/>
                  <a:pt x="1049705" y="784401"/>
                </a:cubicBezTo>
                <a:lnTo>
                  <a:pt x="1031861" y="914814"/>
                </a:lnTo>
                <a:lnTo>
                  <a:pt x="1014490" y="895982"/>
                </a:lnTo>
                <a:cubicBezTo>
                  <a:pt x="941556" y="831286"/>
                  <a:pt x="812235" y="776121"/>
                  <a:pt x="666730" y="756082"/>
                </a:cubicBezTo>
                <a:cubicBezTo>
                  <a:pt x="555436" y="740802"/>
                  <a:pt x="444761" y="747152"/>
                  <a:pt x="355045" y="774068"/>
                </a:cubicBezTo>
                <a:cubicBezTo>
                  <a:pt x="332517" y="780822"/>
                  <a:pt x="312143" y="788688"/>
                  <a:pt x="294141" y="797483"/>
                </a:cubicBezTo>
                <a:lnTo>
                  <a:pt x="272355" y="811026"/>
                </a:lnTo>
                <a:lnTo>
                  <a:pt x="290326" y="679872"/>
                </a:lnTo>
                <a:cubicBezTo>
                  <a:pt x="309820" y="537293"/>
                  <a:pt x="495695" y="445174"/>
                  <a:pt x="705383" y="474059"/>
                </a:cubicBezTo>
                <a:cubicBezTo>
                  <a:pt x="784015" y="484892"/>
                  <a:pt x="854846" y="511198"/>
                  <a:pt x="911637" y="547366"/>
                </a:cubicBezTo>
                <a:close/>
                <a:moveTo>
                  <a:pt x="770267" y="0"/>
                </a:moveTo>
                <a:lnTo>
                  <a:pt x="1427499" y="511334"/>
                </a:lnTo>
                <a:lnTo>
                  <a:pt x="1040163" y="665009"/>
                </a:lnTo>
                <a:cubicBezTo>
                  <a:pt x="998459" y="560903"/>
                  <a:pt x="869963" y="473352"/>
                  <a:pt x="708541" y="451151"/>
                </a:cubicBezTo>
                <a:cubicBezTo>
                  <a:pt x="547039" y="428902"/>
                  <a:pt x="399816" y="478606"/>
                  <a:pt x="331662" y="567632"/>
                </a:cubicBezTo>
                <a:lnTo>
                  <a:pt x="129068" y="413190"/>
                </a:lnTo>
                <a:lnTo>
                  <a:pt x="79957" y="771904"/>
                </a:lnTo>
                <a:lnTo>
                  <a:pt x="95171" y="780880"/>
                </a:lnTo>
                <a:cubicBezTo>
                  <a:pt x="100216" y="787518"/>
                  <a:pt x="102758" y="796065"/>
                  <a:pt x="101554" y="804965"/>
                </a:cubicBezTo>
                <a:lnTo>
                  <a:pt x="91576" y="822059"/>
                </a:lnTo>
                <a:lnTo>
                  <a:pt x="91576" y="973480"/>
                </a:lnTo>
                <a:lnTo>
                  <a:pt x="68525" y="973480"/>
                </a:lnTo>
                <a:lnTo>
                  <a:pt x="68525" y="886000"/>
                </a:lnTo>
                <a:lnTo>
                  <a:pt x="56889" y="971046"/>
                </a:lnTo>
                <a:lnTo>
                  <a:pt x="34146" y="967934"/>
                </a:lnTo>
                <a:lnTo>
                  <a:pt x="44695" y="890830"/>
                </a:lnTo>
                <a:lnTo>
                  <a:pt x="23384" y="967195"/>
                </a:lnTo>
                <a:lnTo>
                  <a:pt x="1274" y="961025"/>
                </a:lnTo>
                <a:lnTo>
                  <a:pt x="42022" y="815008"/>
                </a:lnTo>
                <a:lnTo>
                  <a:pt x="37058" y="796039"/>
                </a:lnTo>
                <a:cubicBezTo>
                  <a:pt x="38286" y="787099"/>
                  <a:pt x="43015" y="779551"/>
                  <a:pt x="49660" y="774538"/>
                </a:cubicBezTo>
                <a:lnTo>
                  <a:pt x="66347" y="770188"/>
                </a:lnTo>
                <a:lnTo>
                  <a:pt x="116533" y="403634"/>
                </a:lnTo>
                <a:lnTo>
                  <a:pt x="0" y="314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  <p:transition spd="slow">
    <p:comb dir="horz"/>
  </p:transition>
  <p:timing>
    <p:tnLst>
      <p:par>
        <p:cTn id="2644" dur="indefinite" repeatCount="1000" spd="100%" accel="0%" decel="0%" restart="never" nodeType="tmRoot">
          <p:childTnLst>
            <p:seq concurrent="true" nextAc="seek">
              <p:cTn id="2645" dur="indefinite" repeatCount="1000" spd="100%" accel="0%" decel="0%" nodeType="mainSeq">
                <p:childTnLst>
                  <p:par>
                    <p:cTn id="2646" repeatCount="1000" spd="100%" accel="0%" decel="0%" fill="hold">
                      <p:stCondLst>
                        <p:cond delay="indefinite"/>
                        <p:cond evt="onBegin" delay="0">
                          <p:tn val="2645"/>
                        </p:cond>
                      </p:stCondLst>
                      <p:childTnLst>
                        <p:par>
                          <p:cTn id="264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48" presetID="27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2649" dur="50" repeatCount="1000" spd="100%" accel="0%" decel="0%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50" dur="50" repeatCount="1000" spd="100%" accel="0%" decel="0%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52" dur="50" repeatCount="1000" spd="100%" accel="0%" decel="0%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4"/>
    </p:bldLst>
  </p:timing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3077558" y="2384881"/>
            <a:ext cx="903494" cy="3082466"/>
          </a:xfrm>
          <a:custGeom>
            <a:avLst/>
            <a:gdLst/>
            <a:ahLst/>
            <a:cxnLst/>
            <a:rect r="r" b="b" t="t" l="l"/>
            <a:pathLst>
              <a:path w="4053" h="16197" stroke="true" fill="norm" extrusionOk="true">
                <a:moveTo>
                  <a:pt x="1764" y="0"/>
                </a:moveTo>
                <a:lnTo>
                  <a:pt x="2323" y="0"/>
                </a:lnTo>
                <a:lnTo>
                  <a:pt x="2323" y="892"/>
                </a:lnTo>
                <a:lnTo>
                  <a:pt x="1764" y="892"/>
                </a:lnTo>
                <a:lnTo>
                  <a:pt x="1764" y="0"/>
                </a:lnTo>
                <a:close/>
                <a:moveTo>
                  <a:pt x="1831" y="11317"/>
                </a:moveTo>
                <a:lnTo>
                  <a:pt x="2256" y="11317"/>
                </a:lnTo>
                <a:lnTo>
                  <a:pt x="2256" y="13709"/>
                </a:lnTo>
                <a:lnTo>
                  <a:pt x="4053" y="15988"/>
                </a:lnTo>
                <a:lnTo>
                  <a:pt x="3787" y="16197"/>
                </a:lnTo>
                <a:lnTo>
                  <a:pt x="2256" y="14256"/>
                </a:lnTo>
                <a:lnTo>
                  <a:pt x="2256" y="16151"/>
                </a:lnTo>
                <a:lnTo>
                  <a:pt x="1831" y="16151"/>
                </a:lnTo>
                <a:lnTo>
                  <a:pt x="1831" y="14215"/>
                </a:lnTo>
                <a:lnTo>
                  <a:pt x="266" y="16197"/>
                </a:lnTo>
                <a:lnTo>
                  <a:pt x="0" y="15988"/>
                </a:lnTo>
                <a:lnTo>
                  <a:pt x="1831" y="13668"/>
                </a:lnTo>
                <a:lnTo>
                  <a:pt x="1831" y="113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effectLst>
            <a:outerShdw algn="br" blurRad="76200" dir="13500000" rotWithShape="false" sy="23000">
              <a:srgbClr val="000000">
                <a:alpha val="20000"/>
              </a:srgbClr>
            </a:outerShdw>
          </a:effectLst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1839996" y="2471816"/>
            <a:ext cx="3378619" cy="2325660"/>
          </a:xfrm>
          <a:custGeom>
            <a:avLst/>
            <a:gdLst/>
            <a:ahLst/>
            <a:cxnLst/>
            <a:rect r="r" b="b" t="t" l="l"/>
            <a:pathLst>
              <a:path w="15146" h="10425" stroke="true" fill="norm" extrusionOk="true">
                <a:moveTo>
                  <a:pt x="233" y="9959"/>
                </a:moveTo>
                <a:lnTo>
                  <a:pt x="418" y="9959"/>
                </a:lnTo>
                <a:lnTo>
                  <a:pt x="418" y="466"/>
                </a:lnTo>
                <a:lnTo>
                  <a:pt x="233" y="466"/>
                </a:lnTo>
                <a:lnTo>
                  <a:pt x="221" y="466"/>
                </a:lnTo>
                <a:lnTo>
                  <a:pt x="209" y="465"/>
                </a:lnTo>
                <a:lnTo>
                  <a:pt x="198" y="462"/>
                </a:lnTo>
                <a:lnTo>
                  <a:pt x="186" y="460"/>
                </a:lnTo>
                <a:lnTo>
                  <a:pt x="175" y="458"/>
                </a:lnTo>
                <a:lnTo>
                  <a:pt x="164" y="455"/>
                </a:lnTo>
                <a:lnTo>
                  <a:pt x="153" y="451"/>
                </a:lnTo>
                <a:lnTo>
                  <a:pt x="142" y="447"/>
                </a:lnTo>
                <a:lnTo>
                  <a:pt x="123" y="437"/>
                </a:lnTo>
                <a:lnTo>
                  <a:pt x="103" y="425"/>
                </a:lnTo>
                <a:lnTo>
                  <a:pt x="85" y="412"/>
                </a:lnTo>
                <a:lnTo>
                  <a:pt x="68" y="397"/>
                </a:lnTo>
                <a:lnTo>
                  <a:pt x="54" y="381"/>
                </a:lnTo>
                <a:lnTo>
                  <a:pt x="40" y="363"/>
                </a:lnTo>
                <a:lnTo>
                  <a:pt x="29" y="343"/>
                </a:lnTo>
                <a:lnTo>
                  <a:pt x="19" y="323"/>
                </a:lnTo>
                <a:lnTo>
                  <a:pt x="15" y="313"/>
                </a:lnTo>
                <a:lnTo>
                  <a:pt x="10" y="302"/>
                </a:lnTo>
                <a:lnTo>
                  <a:pt x="8" y="291"/>
                </a:lnTo>
                <a:lnTo>
                  <a:pt x="5" y="279"/>
                </a:lnTo>
                <a:lnTo>
                  <a:pt x="3" y="268"/>
                </a:lnTo>
                <a:lnTo>
                  <a:pt x="2" y="256"/>
                </a:lnTo>
                <a:lnTo>
                  <a:pt x="0" y="245"/>
                </a:lnTo>
                <a:lnTo>
                  <a:pt x="0" y="233"/>
                </a:lnTo>
                <a:lnTo>
                  <a:pt x="0" y="233"/>
                </a:lnTo>
                <a:lnTo>
                  <a:pt x="0" y="221"/>
                </a:lnTo>
                <a:lnTo>
                  <a:pt x="2" y="209"/>
                </a:lnTo>
                <a:lnTo>
                  <a:pt x="3" y="197"/>
                </a:lnTo>
                <a:lnTo>
                  <a:pt x="5" y="186"/>
                </a:lnTo>
                <a:lnTo>
                  <a:pt x="8" y="174"/>
                </a:lnTo>
                <a:lnTo>
                  <a:pt x="10" y="164"/>
                </a:lnTo>
                <a:lnTo>
                  <a:pt x="15" y="154"/>
                </a:lnTo>
                <a:lnTo>
                  <a:pt x="19" y="143"/>
                </a:lnTo>
                <a:lnTo>
                  <a:pt x="29" y="122"/>
                </a:lnTo>
                <a:lnTo>
                  <a:pt x="40" y="104"/>
                </a:lnTo>
                <a:lnTo>
                  <a:pt x="54" y="85"/>
                </a:lnTo>
                <a:lnTo>
                  <a:pt x="68" y="69"/>
                </a:lnTo>
                <a:lnTo>
                  <a:pt x="85" y="53"/>
                </a:lnTo>
                <a:lnTo>
                  <a:pt x="103" y="40"/>
                </a:lnTo>
                <a:lnTo>
                  <a:pt x="123" y="28"/>
                </a:lnTo>
                <a:lnTo>
                  <a:pt x="142" y="19"/>
                </a:lnTo>
                <a:lnTo>
                  <a:pt x="153" y="14"/>
                </a:lnTo>
                <a:lnTo>
                  <a:pt x="164" y="11"/>
                </a:lnTo>
                <a:lnTo>
                  <a:pt x="175" y="8"/>
                </a:lnTo>
                <a:lnTo>
                  <a:pt x="186" y="5"/>
                </a:lnTo>
                <a:lnTo>
                  <a:pt x="198" y="3"/>
                </a:lnTo>
                <a:lnTo>
                  <a:pt x="209" y="2"/>
                </a:lnTo>
                <a:lnTo>
                  <a:pt x="221" y="1"/>
                </a:lnTo>
                <a:lnTo>
                  <a:pt x="233" y="0"/>
                </a:lnTo>
                <a:lnTo>
                  <a:pt x="14914" y="0"/>
                </a:lnTo>
                <a:lnTo>
                  <a:pt x="14926" y="1"/>
                </a:lnTo>
                <a:lnTo>
                  <a:pt x="14938" y="2"/>
                </a:lnTo>
                <a:lnTo>
                  <a:pt x="14949" y="3"/>
                </a:lnTo>
                <a:lnTo>
                  <a:pt x="14961" y="5"/>
                </a:lnTo>
                <a:lnTo>
                  <a:pt x="14972" y="8"/>
                </a:lnTo>
                <a:lnTo>
                  <a:pt x="14983" y="11"/>
                </a:lnTo>
                <a:lnTo>
                  <a:pt x="14993" y="14"/>
                </a:lnTo>
                <a:lnTo>
                  <a:pt x="15004" y="19"/>
                </a:lnTo>
                <a:lnTo>
                  <a:pt x="15024" y="28"/>
                </a:lnTo>
                <a:lnTo>
                  <a:pt x="15044" y="40"/>
                </a:lnTo>
                <a:lnTo>
                  <a:pt x="15061" y="53"/>
                </a:lnTo>
                <a:lnTo>
                  <a:pt x="15077" y="69"/>
                </a:lnTo>
                <a:lnTo>
                  <a:pt x="15093" y="85"/>
                </a:lnTo>
                <a:lnTo>
                  <a:pt x="15106" y="104"/>
                </a:lnTo>
                <a:lnTo>
                  <a:pt x="15118" y="122"/>
                </a:lnTo>
                <a:lnTo>
                  <a:pt x="15127" y="143"/>
                </a:lnTo>
                <a:lnTo>
                  <a:pt x="15132" y="154"/>
                </a:lnTo>
                <a:lnTo>
                  <a:pt x="15135" y="164"/>
                </a:lnTo>
                <a:lnTo>
                  <a:pt x="15138" y="174"/>
                </a:lnTo>
                <a:lnTo>
                  <a:pt x="15142" y="186"/>
                </a:lnTo>
                <a:lnTo>
                  <a:pt x="15144" y="197"/>
                </a:lnTo>
                <a:lnTo>
                  <a:pt x="15145" y="209"/>
                </a:lnTo>
                <a:lnTo>
                  <a:pt x="15146" y="221"/>
                </a:lnTo>
                <a:lnTo>
                  <a:pt x="15146" y="233"/>
                </a:lnTo>
                <a:lnTo>
                  <a:pt x="15146" y="233"/>
                </a:lnTo>
                <a:lnTo>
                  <a:pt x="15146" y="245"/>
                </a:lnTo>
                <a:lnTo>
                  <a:pt x="15145" y="256"/>
                </a:lnTo>
                <a:lnTo>
                  <a:pt x="15144" y="268"/>
                </a:lnTo>
                <a:lnTo>
                  <a:pt x="15142" y="279"/>
                </a:lnTo>
                <a:lnTo>
                  <a:pt x="15138" y="291"/>
                </a:lnTo>
                <a:lnTo>
                  <a:pt x="15135" y="302"/>
                </a:lnTo>
                <a:lnTo>
                  <a:pt x="15132" y="313"/>
                </a:lnTo>
                <a:lnTo>
                  <a:pt x="15127" y="323"/>
                </a:lnTo>
                <a:lnTo>
                  <a:pt x="15118" y="343"/>
                </a:lnTo>
                <a:lnTo>
                  <a:pt x="15106" y="363"/>
                </a:lnTo>
                <a:lnTo>
                  <a:pt x="15093" y="381"/>
                </a:lnTo>
                <a:lnTo>
                  <a:pt x="15077" y="397"/>
                </a:lnTo>
                <a:lnTo>
                  <a:pt x="15061" y="412"/>
                </a:lnTo>
                <a:lnTo>
                  <a:pt x="15044" y="425"/>
                </a:lnTo>
                <a:lnTo>
                  <a:pt x="15024" y="437"/>
                </a:lnTo>
                <a:lnTo>
                  <a:pt x="15004" y="447"/>
                </a:lnTo>
                <a:lnTo>
                  <a:pt x="14993" y="451"/>
                </a:lnTo>
                <a:lnTo>
                  <a:pt x="14983" y="455"/>
                </a:lnTo>
                <a:lnTo>
                  <a:pt x="14972" y="458"/>
                </a:lnTo>
                <a:lnTo>
                  <a:pt x="14961" y="460"/>
                </a:lnTo>
                <a:lnTo>
                  <a:pt x="14949" y="462"/>
                </a:lnTo>
                <a:lnTo>
                  <a:pt x="14938" y="465"/>
                </a:lnTo>
                <a:lnTo>
                  <a:pt x="14926" y="466"/>
                </a:lnTo>
                <a:lnTo>
                  <a:pt x="14914" y="466"/>
                </a:lnTo>
                <a:lnTo>
                  <a:pt x="14729" y="466"/>
                </a:lnTo>
                <a:lnTo>
                  <a:pt x="14729" y="9959"/>
                </a:lnTo>
                <a:lnTo>
                  <a:pt x="14914" y="9959"/>
                </a:lnTo>
                <a:lnTo>
                  <a:pt x="14926" y="9959"/>
                </a:lnTo>
                <a:lnTo>
                  <a:pt x="14938" y="9960"/>
                </a:lnTo>
                <a:lnTo>
                  <a:pt x="14949" y="9962"/>
                </a:lnTo>
                <a:lnTo>
                  <a:pt x="14961" y="9964"/>
                </a:lnTo>
                <a:lnTo>
                  <a:pt x="14972" y="9967"/>
                </a:lnTo>
                <a:lnTo>
                  <a:pt x="14983" y="9970"/>
                </a:lnTo>
                <a:lnTo>
                  <a:pt x="14993" y="9973"/>
                </a:lnTo>
                <a:lnTo>
                  <a:pt x="15004" y="9978"/>
                </a:lnTo>
                <a:lnTo>
                  <a:pt x="15024" y="9987"/>
                </a:lnTo>
                <a:lnTo>
                  <a:pt x="15044" y="9999"/>
                </a:lnTo>
                <a:lnTo>
                  <a:pt x="15061" y="10012"/>
                </a:lnTo>
                <a:lnTo>
                  <a:pt x="15077" y="10028"/>
                </a:lnTo>
                <a:lnTo>
                  <a:pt x="15093" y="10044"/>
                </a:lnTo>
                <a:lnTo>
                  <a:pt x="15106" y="10062"/>
                </a:lnTo>
                <a:lnTo>
                  <a:pt x="15118" y="10081"/>
                </a:lnTo>
                <a:lnTo>
                  <a:pt x="15127" y="10102"/>
                </a:lnTo>
                <a:lnTo>
                  <a:pt x="15132" y="10112"/>
                </a:lnTo>
                <a:lnTo>
                  <a:pt x="15135" y="10123"/>
                </a:lnTo>
                <a:lnTo>
                  <a:pt x="15138" y="10133"/>
                </a:lnTo>
                <a:lnTo>
                  <a:pt x="15142" y="10145"/>
                </a:lnTo>
                <a:lnTo>
                  <a:pt x="15144" y="10156"/>
                </a:lnTo>
                <a:lnTo>
                  <a:pt x="15145" y="10168"/>
                </a:lnTo>
                <a:lnTo>
                  <a:pt x="15146" y="10179"/>
                </a:lnTo>
                <a:lnTo>
                  <a:pt x="15146" y="10191"/>
                </a:lnTo>
                <a:lnTo>
                  <a:pt x="15146" y="10191"/>
                </a:lnTo>
                <a:lnTo>
                  <a:pt x="15146" y="10203"/>
                </a:lnTo>
                <a:lnTo>
                  <a:pt x="15145" y="10215"/>
                </a:lnTo>
                <a:lnTo>
                  <a:pt x="15144" y="10227"/>
                </a:lnTo>
                <a:lnTo>
                  <a:pt x="15142" y="10238"/>
                </a:lnTo>
                <a:lnTo>
                  <a:pt x="15138" y="10249"/>
                </a:lnTo>
                <a:lnTo>
                  <a:pt x="15135" y="10261"/>
                </a:lnTo>
                <a:lnTo>
                  <a:pt x="15132" y="10271"/>
                </a:lnTo>
                <a:lnTo>
                  <a:pt x="15127" y="10282"/>
                </a:lnTo>
                <a:lnTo>
                  <a:pt x="15118" y="10303"/>
                </a:lnTo>
                <a:lnTo>
                  <a:pt x="15106" y="10321"/>
                </a:lnTo>
                <a:lnTo>
                  <a:pt x="15093" y="10340"/>
                </a:lnTo>
                <a:lnTo>
                  <a:pt x="15077" y="10356"/>
                </a:lnTo>
                <a:lnTo>
                  <a:pt x="15061" y="10371"/>
                </a:lnTo>
                <a:lnTo>
                  <a:pt x="15044" y="10384"/>
                </a:lnTo>
                <a:lnTo>
                  <a:pt x="15024" y="10396"/>
                </a:lnTo>
                <a:lnTo>
                  <a:pt x="15004" y="10406"/>
                </a:lnTo>
                <a:lnTo>
                  <a:pt x="14993" y="10410"/>
                </a:lnTo>
                <a:lnTo>
                  <a:pt x="14983" y="10414"/>
                </a:lnTo>
                <a:lnTo>
                  <a:pt x="14972" y="10417"/>
                </a:lnTo>
                <a:lnTo>
                  <a:pt x="14961" y="10419"/>
                </a:lnTo>
                <a:lnTo>
                  <a:pt x="14949" y="10421"/>
                </a:lnTo>
                <a:lnTo>
                  <a:pt x="14938" y="10422"/>
                </a:lnTo>
                <a:lnTo>
                  <a:pt x="14926" y="10424"/>
                </a:lnTo>
                <a:lnTo>
                  <a:pt x="14914" y="10425"/>
                </a:lnTo>
                <a:lnTo>
                  <a:pt x="233" y="10425"/>
                </a:lnTo>
                <a:lnTo>
                  <a:pt x="221" y="10424"/>
                </a:lnTo>
                <a:lnTo>
                  <a:pt x="209" y="10422"/>
                </a:lnTo>
                <a:lnTo>
                  <a:pt x="198" y="10421"/>
                </a:lnTo>
                <a:lnTo>
                  <a:pt x="186" y="10419"/>
                </a:lnTo>
                <a:lnTo>
                  <a:pt x="175" y="10417"/>
                </a:lnTo>
                <a:lnTo>
                  <a:pt x="164" y="10414"/>
                </a:lnTo>
                <a:lnTo>
                  <a:pt x="153" y="10410"/>
                </a:lnTo>
                <a:lnTo>
                  <a:pt x="142" y="10406"/>
                </a:lnTo>
                <a:lnTo>
                  <a:pt x="123" y="10396"/>
                </a:lnTo>
                <a:lnTo>
                  <a:pt x="103" y="10384"/>
                </a:lnTo>
                <a:lnTo>
                  <a:pt x="85" y="10371"/>
                </a:lnTo>
                <a:lnTo>
                  <a:pt x="68" y="10356"/>
                </a:lnTo>
                <a:lnTo>
                  <a:pt x="54" y="10340"/>
                </a:lnTo>
                <a:lnTo>
                  <a:pt x="40" y="10321"/>
                </a:lnTo>
                <a:lnTo>
                  <a:pt x="29" y="10303"/>
                </a:lnTo>
                <a:lnTo>
                  <a:pt x="19" y="10282"/>
                </a:lnTo>
                <a:lnTo>
                  <a:pt x="15" y="10271"/>
                </a:lnTo>
                <a:lnTo>
                  <a:pt x="10" y="10261"/>
                </a:lnTo>
                <a:lnTo>
                  <a:pt x="8" y="10249"/>
                </a:lnTo>
                <a:lnTo>
                  <a:pt x="5" y="10238"/>
                </a:lnTo>
                <a:lnTo>
                  <a:pt x="3" y="10227"/>
                </a:lnTo>
                <a:lnTo>
                  <a:pt x="2" y="10215"/>
                </a:lnTo>
                <a:lnTo>
                  <a:pt x="0" y="10203"/>
                </a:lnTo>
                <a:lnTo>
                  <a:pt x="0" y="10191"/>
                </a:lnTo>
                <a:lnTo>
                  <a:pt x="0" y="10191"/>
                </a:lnTo>
                <a:lnTo>
                  <a:pt x="0" y="10179"/>
                </a:lnTo>
                <a:lnTo>
                  <a:pt x="2" y="10168"/>
                </a:lnTo>
                <a:lnTo>
                  <a:pt x="3" y="10156"/>
                </a:lnTo>
                <a:lnTo>
                  <a:pt x="5" y="10145"/>
                </a:lnTo>
                <a:lnTo>
                  <a:pt x="8" y="10133"/>
                </a:lnTo>
                <a:lnTo>
                  <a:pt x="10" y="10123"/>
                </a:lnTo>
                <a:lnTo>
                  <a:pt x="15" y="10112"/>
                </a:lnTo>
                <a:lnTo>
                  <a:pt x="19" y="10102"/>
                </a:lnTo>
                <a:lnTo>
                  <a:pt x="29" y="10081"/>
                </a:lnTo>
                <a:lnTo>
                  <a:pt x="40" y="10062"/>
                </a:lnTo>
                <a:lnTo>
                  <a:pt x="54" y="10044"/>
                </a:lnTo>
                <a:lnTo>
                  <a:pt x="68" y="10028"/>
                </a:lnTo>
                <a:lnTo>
                  <a:pt x="85" y="10012"/>
                </a:lnTo>
                <a:lnTo>
                  <a:pt x="103" y="9999"/>
                </a:lnTo>
                <a:lnTo>
                  <a:pt x="123" y="9987"/>
                </a:lnTo>
                <a:lnTo>
                  <a:pt x="142" y="9978"/>
                </a:lnTo>
                <a:lnTo>
                  <a:pt x="153" y="9973"/>
                </a:lnTo>
                <a:lnTo>
                  <a:pt x="164" y="9970"/>
                </a:lnTo>
                <a:lnTo>
                  <a:pt x="175" y="9967"/>
                </a:lnTo>
                <a:lnTo>
                  <a:pt x="186" y="9964"/>
                </a:lnTo>
                <a:lnTo>
                  <a:pt x="198" y="9962"/>
                </a:lnTo>
                <a:lnTo>
                  <a:pt x="209" y="9960"/>
                </a:lnTo>
                <a:lnTo>
                  <a:pt x="221" y="9959"/>
                </a:lnTo>
                <a:lnTo>
                  <a:pt x="233" y="9959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968269" y="2576666"/>
            <a:ext cx="3122072" cy="2115960"/>
          </a:xfrm>
          <a:prstGeom prst="rect">
            <a:avLst/>
          </a:prstGeom>
          <a:solidFill>
            <a:srgbClr val="FFFFFF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 rot="16200000">
            <a:off x="3818268" y="3303735"/>
            <a:ext cx="3318146" cy="649058"/>
          </a:xfrm>
          <a:prstGeom prst="trapezoid">
            <a:avLst>
              <a:gd name="adj" fmla="val 101311"/>
            </a:avLst>
          </a:prstGeom>
          <a:gradFill>
            <a:gsLst>
              <a:gs pos="0">
                <a:srgbClr val="768395">
                  <a:lumMod val="31000"/>
                  <a:lumOff val="69000"/>
                </a:srgbClr>
              </a:gs>
              <a:gs pos="100000">
                <a:srgbClr val="768395">
                  <a:alpha val="0"/>
                  <a:lumMod val="19000"/>
                  <a:lumOff val="81000"/>
                </a:srgbClr>
              </a:gs>
            </a:gsLst>
            <a:lin ang="5400000"/>
          </a:gra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2449522" y="3373036"/>
            <a:ext cx="2159566" cy="523220"/>
          </a:xfrm>
          <a:prstGeom prst="rect">
            <a:avLst/>
          </a:prstGeom>
          <a:noFill/>
        </p:spPr>
        <p:txBody>
          <a:bodyPr anchor="ctr" rtlCol="false" vert="horz" wrap="square" anchorCtr="true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590" baseline="0" u="none">
                <a:solidFill>
                  <a:schemeClr val="accent1"/>
                </a:solidFill>
                <a:latin typeface="微软雅黑"/>
                <a:ea typeface="微软雅黑"/>
              </a:rPr>
              <a:t>CONTENTS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6262101" y="956120"/>
            <a:ext cx="4548421" cy="4945760"/>
            <a:chOff x="6260124" y="1302640"/>
            <a:chExt cx="4548421" cy="6241160"/>
          </a:xfrm>
        </p:grpSpPr>
        <p:grpSp>
          <p:nvGrpSpPr>
            <p:cNvPr name="Group 8" id="8"/>
            <p:cNvGrpSpPr/>
            <p:nvPr/>
          </p:nvGrpSpPr>
          <p:grpSpPr>
            <a:xfrm>
              <a:off x="6262101" y="1302640"/>
              <a:ext cx="4546444" cy="552392"/>
              <a:chOff x="6262101" y="1302640"/>
              <a:chExt cx="4546444" cy="552392"/>
            </a:xfrm>
          </p:grpSpPr>
          <p:sp>
            <p:nvSpPr>
              <p:cNvPr name="AutoShape 9" id="9"/>
              <p:cNvSpPr/>
              <p:nvPr/>
            </p:nvSpPr>
            <p:spPr>
              <a:xfrm>
                <a:off x="6262101" y="1371688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/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Introduction to Python Learning</a:t>
                </a:r>
              </a:p>
            </p:txBody>
          </p:sp>
          <p:sp>
            <p:nvSpPr>
              <p:cNvPr name="AutoShape 10" id="10"/>
              <p:cNvSpPr/>
              <p:nvPr/>
            </p:nvSpPr>
            <p:spPr>
              <a:xfrm flipV="true">
                <a:off x="6455438" y="1785983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1" id="11"/>
              <p:cNvSpPr/>
              <p:nvPr/>
            </p:nvSpPr>
            <p:spPr>
              <a:xfrm>
                <a:off x="6455438" y="1302640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6565916" y="1302640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>
              <a:off x="6262101" y="2114133"/>
              <a:ext cx="4546444" cy="552392"/>
              <a:chOff x="6262101" y="2114133"/>
              <a:chExt cx="4546444" cy="552392"/>
            </a:xfrm>
          </p:grpSpPr>
          <p:sp>
            <p:nvSpPr>
              <p:cNvPr name="AutoShape 14" id="14"/>
              <p:cNvSpPr/>
              <p:nvPr/>
            </p:nvSpPr>
            <p:spPr>
              <a:xfrm>
                <a:off x="6262101" y="2183181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/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Installation and First Program</a:t>
                </a:r>
              </a:p>
            </p:txBody>
          </p:sp>
          <p:sp>
            <p:nvSpPr>
              <p:cNvPr name="AutoShape 15" id="15"/>
              <p:cNvSpPr/>
              <p:nvPr/>
            </p:nvSpPr>
            <p:spPr>
              <a:xfrm flipV="true">
                <a:off x="6455438" y="2597476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6" id="16"/>
              <p:cNvSpPr/>
              <p:nvPr/>
            </p:nvSpPr>
            <p:spPr>
              <a:xfrm>
                <a:off x="6455438" y="2114133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7" id="17"/>
              <p:cNvSpPr/>
              <p:nvPr/>
            </p:nvSpPr>
            <p:spPr>
              <a:xfrm>
                <a:off x="6565916" y="2114133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02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>
              <a:off x="6262101" y="2925626"/>
              <a:ext cx="4546444" cy="552392"/>
              <a:chOff x="6262101" y="2925626"/>
              <a:chExt cx="4546444" cy="552392"/>
            </a:xfrm>
          </p:grpSpPr>
          <p:sp>
            <p:nvSpPr>
              <p:cNvPr name="AutoShape 19" id="19"/>
              <p:cNvSpPr/>
              <p:nvPr/>
            </p:nvSpPr>
            <p:spPr>
              <a:xfrm>
                <a:off x="6262101" y="2994674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>
                  <a:lnSpc>
                    <a:spcPct val="120000"/>
                  </a:lnSpc>
                </a:pPr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Variables and Data Types</a:t>
                </a:r>
              </a:p>
            </p:txBody>
          </p:sp>
          <p:sp>
            <p:nvSpPr>
              <p:cNvPr name="AutoShape 20" id="20"/>
              <p:cNvSpPr/>
              <p:nvPr/>
            </p:nvSpPr>
            <p:spPr>
              <a:xfrm flipV="true">
                <a:off x="6455438" y="3408969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1" id="21"/>
              <p:cNvSpPr/>
              <p:nvPr/>
            </p:nvSpPr>
            <p:spPr>
              <a:xfrm>
                <a:off x="6455438" y="2925626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2" id="22"/>
              <p:cNvSpPr/>
              <p:nvPr/>
            </p:nvSpPr>
            <p:spPr>
              <a:xfrm>
                <a:off x="6565916" y="2925626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03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>
              <a:off x="6262101" y="3737119"/>
              <a:ext cx="4546444" cy="552392"/>
              <a:chOff x="6262101" y="3737119"/>
              <a:chExt cx="4546444" cy="552392"/>
            </a:xfrm>
          </p:grpSpPr>
          <p:sp>
            <p:nvSpPr>
              <p:cNvPr name="AutoShape 24" id="24"/>
              <p:cNvSpPr/>
              <p:nvPr/>
            </p:nvSpPr>
            <p:spPr>
              <a:xfrm>
                <a:off x="6262101" y="3806167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>
                  <a:lnSpc>
                    <a:spcPct val="120000"/>
                  </a:lnSpc>
                </a:pPr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Control Structures: Conditionals</a:t>
                </a:r>
              </a:p>
            </p:txBody>
          </p:sp>
          <p:sp>
            <p:nvSpPr>
              <p:cNvPr name="AutoShape 25" id="25"/>
              <p:cNvSpPr/>
              <p:nvPr/>
            </p:nvSpPr>
            <p:spPr>
              <a:xfrm flipV="true">
                <a:off x="6455438" y="4220462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6" id="26"/>
              <p:cNvSpPr/>
              <p:nvPr/>
            </p:nvSpPr>
            <p:spPr>
              <a:xfrm>
                <a:off x="6455438" y="3737119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7" id="27"/>
              <p:cNvSpPr/>
              <p:nvPr/>
            </p:nvSpPr>
            <p:spPr>
              <a:xfrm>
                <a:off x="6565916" y="3737119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04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>
              <a:off x="6262101" y="4548612"/>
              <a:ext cx="4546444" cy="552392"/>
              <a:chOff x="6262101" y="4548612"/>
              <a:chExt cx="4546444" cy="552392"/>
            </a:xfrm>
          </p:grpSpPr>
          <p:sp>
            <p:nvSpPr>
              <p:cNvPr name="AutoShape 29" id="29"/>
              <p:cNvSpPr/>
              <p:nvPr/>
            </p:nvSpPr>
            <p:spPr>
              <a:xfrm>
                <a:off x="6262101" y="4617660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>
                  <a:lnSpc>
                    <a:spcPct val="120000"/>
                  </a:lnSpc>
                </a:pPr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Loops for Repetition</a:t>
                </a:r>
              </a:p>
            </p:txBody>
          </p:sp>
          <p:sp>
            <p:nvSpPr>
              <p:cNvPr name="AutoShape 30" id="30"/>
              <p:cNvSpPr/>
              <p:nvPr/>
            </p:nvSpPr>
            <p:spPr>
              <a:xfrm flipV="true">
                <a:off x="6455438" y="5031955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1" id="31"/>
              <p:cNvSpPr/>
              <p:nvPr/>
            </p:nvSpPr>
            <p:spPr>
              <a:xfrm>
                <a:off x="6455438" y="4548612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2" id="32"/>
              <p:cNvSpPr/>
              <p:nvPr/>
            </p:nvSpPr>
            <p:spPr>
              <a:xfrm>
                <a:off x="6565916" y="4548612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05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>
              <a:off x="6262101" y="5360105"/>
              <a:ext cx="4546444" cy="552392"/>
              <a:chOff x="6262101" y="5360105"/>
              <a:chExt cx="4546444" cy="552392"/>
            </a:xfrm>
          </p:grpSpPr>
          <p:sp>
            <p:nvSpPr>
              <p:cNvPr name="AutoShape 34" id="34"/>
              <p:cNvSpPr/>
              <p:nvPr/>
            </p:nvSpPr>
            <p:spPr>
              <a:xfrm>
                <a:off x="6262101" y="5429153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>
                  <a:lnSpc>
                    <a:spcPct val="120000"/>
                  </a:lnSpc>
                </a:pPr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Functions and Modules</a:t>
                </a:r>
              </a:p>
            </p:txBody>
          </p:sp>
          <p:sp>
            <p:nvSpPr>
              <p:cNvPr name="AutoShape 35" id="35"/>
              <p:cNvSpPr/>
              <p:nvPr/>
            </p:nvSpPr>
            <p:spPr>
              <a:xfrm flipV="true">
                <a:off x="6455438" y="5843448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6" id="36"/>
              <p:cNvSpPr/>
              <p:nvPr/>
            </p:nvSpPr>
            <p:spPr>
              <a:xfrm>
                <a:off x="6455438" y="5360105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7" id="37"/>
              <p:cNvSpPr/>
              <p:nvPr/>
            </p:nvSpPr>
            <p:spPr>
              <a:xfrm>
                <a:off x="6565916" y="5360105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06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>
              <a:off x="6260124" y="6179915"/>
              <a:ext cx="4546444" cy="552392"/>
              <a:chOff x="6262101" y="4548612"/>
              <a:chExt cx="4546444" cy="552392"/>
            </a:xfrm>
          </p:grpSpPr>
          <p:sp>
            <p:nvSpPr>
              <p:cNvPr name="AutoShape 39" id="39"/>
              <p:cNvSpPr/>
              <p:nvPr/>
            </p:nvSpPr>
            <p:spPr>
              <a:xfrm>
                <a:off x="6262101" y="4617660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>
                  <a:lnSpc>
                    <a:spcPct val="120000"/>
                  </a:lnSpc>
                </a:pPr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Data Structures Essentials</a:t>
                </a:r>
              </a:p>
            </p:txBody>
          </p:sp>
          <p:sp>
            <p:nvSpPr>
              <p:cNvPr name="AutoShape 40" id="40"/>
              <p:cNvSpPr/>
              <p:nvPr/>
            </p:nvSpPr>
            <p:spPr>
              <a:xfrm flipV="true">
                <a:off x="6455438" y="5031955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1" id="41"/>
              <p:cNvSpPr/>
              <p:nvPr/>
            </p:nvSpPr>
            <p:spPr>
              <a:xfrm>
                <a:off x="6455438" y="4548612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2" id="42"/>
              <p:cNvSpPr/>
              <p:nvPr/>
            </p:nvSpPr>
            <p:spPr>
              <a:xfrm>
                <a:off x="6565916" y="4548612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07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>
              <a:off x="6260124" y="6991408"/>
              <a:ext cx="4546444" cy="552392"/>
              <a:chOff x="6262101" y="5360105"/>
              <a:chExt cx="4546444" cy="552392"/>
            </a:xfrm>
          </p:grpSpPr>
          <p:sp>
            <p:nvSpPr>
              <p:cNvPr name="AutoShape 44" id="44"/>
              <p:cNvSpPr/>
              <p:nvPr/>
            </p:nvSpPr>
            <p:spPr>
              <a:xfrm>
                <a:off x="6262101" y="5429153"/>
                <a:ext cx="4546444" cy="414293"/>
              </a:xfrm>
              <a:prstGeom prst="roundRect">
                <a:avLst/>
              </a:prstGeom>
              <a:noFill/>
              <a:ln w="9525">
                <a:solidFill>
                  <a:srgbClr val="FFFFFF">
                    <a:lumMod val="75000"/>
                  </a:srgbClr>
                </a:solidFill>
              </a:ln>
            </p:spPr>
            <p:txBody>
              <a:bodyPr vert="horz" rot="0" anchor="ctr" wrap="square" tIns="45720" lIns="91440" bIns="45720" rIns="91440">
                <a:noAutofit/>
              </a:bodyPr>
              <a:p>
                <a:pPr algn="ctr" marL="0">
                  <a:lnSpc>
                    <a:spcPct val="120000"/>
                  </a:lnSpc>
                </a:pPr>
                <a:r>
                  <a:rPr lang="zh-CN" b="true" i="false" sz="1400" baseline="0" u="none" altLang="en-US">
                    <a:solidFill>
                      <a:srgbClr val="000000"/>
                    </a:solidFill>
                    <a:latin typeface="微软雅黑"/>
                    <a:ea typeface="微软雅黑"/>
                  </a:rPr>
                  <a:t>Object-Oriented Programming</a:t>
                </a:r>
              </a:p>
            </p:txBody>
          </p:sp>
          <p:sp>
            <p:nvSpPr>
              <p:cNvPr name="AutoShape 45" id="45"/>
              <p:cNvSpPr/>
              <p:nvPr/>
            </p:nvSpPr>
            <p:spPr>
              <a:xfrm flipV="true">
                <a:off x="6455438" y="5843448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6" id="46"/>
              <p:cNvSpPr/>
              <p:nvPr/>
            </p:nvSpPr>
            <p:spPr>
              <a:xfrm>
                <a:off x="6455438" y="5360105"/>
                <a:ext cx="773346" cy="69049"/>
              </a:xfrm>
              <a:prstGeom prst="trapezoid">
                <a:avLst>
                  <a:gd name="adj" fmla="val 154634"/>
                </a:avLst>
              </a:prstGeom>
              <a:solidFill>
                <a:srgbClr val="FFFFFF">
                  <a:lumMod val="65000"/>
                </a:srgbClr>
              </a:solidFill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7" id="47"/>
              <p:cNvSpPr/>
              <p:nvPr/>
            </p:nvSpPr>
            <p:spPr>
              <a:xfrm>
                <a:off x="6565916" y="5360105"/>
                <a:ext cx="552390" cy="5523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vert="horz" rot="0" anchor="ctr" wrap="square" anchorCtr="true" tIns="45720" lIns="91440" bIns="45720" rIns="91440">
                <a:normAutofit/>
              </a:bodyPr>
              <a:p>
                <a:pPr algn="ctr" marL="0"/>
                <a:r>
                  <a:rPr lang="en-US" b="false" i="false" sz="2000" baseline="0" u="none">
                    <a:solidFill>
                      <a:schemeClr val="accent1"/>
                    </a:solidFill>
                    <a:latin typeface="微软雅黑"/>
                    <a:ea typeface="微软雅黑"/>
                  </a:rPr>
                  <a:t>08</a:t>
                </a:r>
              </a:p>
            </p:txBody>
          </p:sp>
        </p:grpSp>
      </p:grpSp>
    </p:spTree>
  </p:cSld>
  <p:clrMapOvr>
    <a:masterClrMapping/>
  </p:clrMapOvr>
  <p:transition spd="med">
    <p:newsflash/>
  </p:transition>
  <p:timing>
    <p:tnLst>
      <p:par>
        <p:cTn id="4340" dur="indefinite" repeatCount="1000" spd="100%" accel="0%" decel="0%" restart="never" nodeType="tmRoot">
          <p:childTnLst>
            <p:seq concurrent="true" nextAc="seek">
              <p:cTn id="4341" dur="indefinite" repeatCount="1000" spd="100%" accel="0%" decel="0%" nodeType="mainSeq">
                <p:childTnLst>
                  <p:par>
                    <p:cTn id="4342" repeatCount="1000" spd="100%" accel="0%" decel="0%" fill="hold">
                      <p:stCondLst>
                        <p:cond delay="indefinite"/>
                        <p:cond evt="onBegin" delay="0">
                          <p:tn val="4341"/>
                        </p:cond>
                      </p:stCondLst>
                      <p:childTnLst>
                        <p:par>
                          <p:cTn id="43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4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47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5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53" presetID="17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54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55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56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57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358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6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63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66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69" presetID="1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70" dur="500" repeatCount="1000" spd="100%" accel="0%" decel="0%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1" dur="500" repeatCount="1000" spd="100%" accel="0%" decel="0%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2" dur="500" repeatCount="1000" spd="100%" accel="0%" decel="0%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3" dur="500" repeatCount="1000" spd="100%" accel="0%" decel="0%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374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76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79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8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85" presetID="5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87" dur="1000" repeatCount="1000" spd="100%" accel="0%" decel="0%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8" dur="1000" repeatCount="1000" spd="100%" accel="0%" decel="0%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386" dur="1000" repeatCount="1000" spd="100%" accel="0%" decel="0%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91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94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397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0" presetID="21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8)" transition="in">
                                      <p:cBhvr>
                                        <p:cTn id="4401" dur="1000" repeatCount="1000" spd="100%" accel="0%" decel="0%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7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3" presetID="5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15" dur="1000" repeatCount="1000" spd="100%" accel="0%" decel="0%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6" dur="1000" repeatCount="1000" spd="100%" accel="0%" decel="0%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414" dur="1000" repeatCount="1000" spd="100%" accel="0%" decel="0%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1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22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25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28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30" dur="1000" repeatCount="1000" spd="100%" accel="0%" decel="0%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1" dur="1000" repeatCount="1000" spd="100%" accel="0%" decel="0%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429" dur="1000" repeatCount="1000" spd="100%" accel="0%" decel="0%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3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37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4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43" presetID="1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45" dur="500" repeatCount="1000" spd="100%" accel="0%" decel="0%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>
                                        <p:cTn id="4444" dur="500" repeatCount="1000" spd="100%" accel="0%" decel="0%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6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48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51" presetID="1" presetClass="entr" presetSubtype="0" repeatCount="1000" spd="100%" decel="0%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5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57" presetID="16" presetClass="entr" presetSubtype="2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in">
                                      <p:cBhvr>
                                        <p:cTn id="4458" dur="500" repeatCount="1000" spd="100%" accel="0%" decel="0%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5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Introduction to Python Learning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</p:spTree>
  </p:cSld>
  <p:clrMapOvr>
    <a:masterClrMapping/>
  </p:clrMapOvr>
  <p:transition spd="fast">
    <p:cut/>
  </p:transition>
  <p:timing>
    <p:tnLst>
      <p:par>
        <p:cTn id="6113" dur="indefinite" repeatCount="1000" spd="100%" accel="0%" decel="0%" restart="never" nodeType="tmRoot">
          <p:childTnLst>
            <p:seq concurrent="true" nextAc="seek">
              <p:cTn id="6114" dur="indefinite" repeatCount="1000" spd="100%" accel="0%" decel="0%" nodeType="mainSeq">
                <p:childTnLst>
                  <p:par>
                    <p:cTn id="6115" repeatCount="1000" spd="100%" accel="0%" decel="0%" fill="hold">
                      <p:stCondLst>
                        <p:cond delay="indefinite"/>
                        <p:cond evt="onBegin" delay="0">
                          <p:tn val="6114"/>
                        </p:cond>
                      </p:stCondLst>
                      <p:childTnLst>
                        <p:par>
                          <p:cTn id="611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117" presetID="13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out)" transition="in">
                                      <p:cBhvr>
                                        <p:cTn id="6118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9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2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121" presetID="5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down)" transition="in">
                                      <p:cBhvr>
                                        <p:cTn id="6122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Why Choose Python as Your First Language?</a:t>
            </a:r>
          </a:p>
        </p:txBody>
      </p:sp>
      <p:sp>
        <p:nvSpPr>
          <p:cNvPr name="AutoShape 3" id="3"/>
          <p:cNvSpPr/>
          <p:nvPr/>
        </p:nvSpPr>
        <p:spPr>
          <a:xfrm>
            <a:off x="6477383" y="1718220"/>
            <a:ext cx="5049392" cy="1169552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Python reads like English, making it ideal for beginners. It abstracts hardware details, focusing on logic. Rapid development and open-source nature accelerate learning.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77383" y="1091507"/>
            <a:ext cx="5049392" cy="586957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norm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Simplicity and Readability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>
            <a:off x="6477383" y="1718220"/>
            <a:ext cx="50493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AutoShape 6" id="6"/>
          <p:cNvSpPr/>
          <p:nvPr/>
        </p:nvSpPr>
        <p:spPr>
          <a:xfrm>
            <a:off x="6477383" y="3496040"/>
            <a:ext cx="5049392" cy="1169552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User-friendly syntax, vast libraries for web, data science, and ML. High-level language enables quick prototyping without low-level complexities.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477383" y="2869327"/>
            <a:ext cx="5049392" cy="586957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norm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Key Features for Success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>
            <a:off x="6477383" y="3496040"/>
            <a:ext cx="50493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AutoShape 9" id="9"/>
          <p:cNvSpPr/>
          <p:nvPr/>
        </p:nvSpPr>
        <p:spPr>
          <a:xfrm>
            <a:off x="6477383" y="5273860"/>
            <a:ext cx="5049392" cy="1169552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Structured course with hand-written notes, cheat sheets, source code. Builds job-ready skills through practice, targeting employment opportunities.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477383" y="4647147"/>
            <a:ext cx="5049392" cy="586957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norm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Course Benefits and Resources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>
            <a:off x="6477383" y="5273860"/>
            <a:ext cx="5049392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Freeform 12" id="12"/>
          <p:cNvSpPr/>
          <p:nvPr/>
        </p:nvSpPr>
        <p:spPr>
          <a:xfrm>
            <a:off x="11046000" y="1134000"/>
            <a:ext cx="471197" cy="544464"/>
          </a:xfrm>
          <a:custGeom>
            <a:avLst/>
            <a:gdLst/>
            <a:ahLst/>
            <a:cxnLst/>
            <a:rect r="r" b="b" t="t" l="l"/>
            <a:pathLst>
              <a:path w="525077" h="606722" stroke="true" fill="norm" extrusionOk="true">
                <a:moveTo>
                  <a:pt x="382817" y="436659"/>
                </a:moveTo>
                <a:cubicBezTo>
                  <a:pt x="397354" y="436659"/>
                  <a:pt x="409138" y="448428"/>
                  <a:pt x="409138" y="462945"/>
                </a:cubicBezTo>
                <a:cubicBezTo>
                  <a:pt x="409138" y="477462"/>
                  <a:pt x="397354" y="489231"/>
                  <a:pt x="382817" y="489231"/>
                </a:cubicBezTo>
                <a:cubicBezTo>
                  <a:pt x="368280" y="489231"/>
                  <a:pt x="356496" y="477462"/>
                  <a:pt x="356496" y="462945"/>
                </a:cubicBezTo>
                <a:cubicBezTo>
                  <a:pt x="356496" y="448428"/>
                  <a:pt x="368280" y="436659"/>
                  <a:pt x="382817" y="436659"/>
                </a:cubicBezTo>
                <a:close/>
                <a:moveTo>
                  <a:pt x="145718" y="436659"/>
                </a:moveTo>
                <a:cubicBezTo>
                  <a:pt x="160255" y="436659"/>
                  <a:pt x="172039" y="448428"/>
                  <a:pt x="172039" y="462945"/>
                </a:cubicBezTo>
                <a:cubicBezTo>
                  <a:pt x="172039" y="477462"/>
                  <a:pt x="160255" y="489231"/>
                  <a:pt x="145718" y="489231"/>
                </a:cubicBezTo>
                <a:cubicBezTo>
                  <a:pt x="131181" y="489231"/>
                  <a:pt x="119397" y="477462"/>
                  <a:pt x="119397" y="462945"/>
                </a:cubicBezTo>
                <a:cubicBezTo>
                  <a:pt x="119397" y="448428"/>
                  <a:pt x="131181" y="436659"/>
                  <a:pt x="145718" y="436659"/>
                </a:cubicBezTo>
                <a:close/>
                <a:moveTo>
                  <a:pt x="382817" y="122713"/>
                </a:moveTo>
                <a:cubicBezTo>
                  <a:pt x="397311" y="122713"/>
                  <a:pt x="409138" y="134534"/>
                  <a:pt x="409138" y="149020"/>
                </a:cubicBezTo>
                <a:lnTo>
                  <a:pt x="409138" y="359474"/>
                </a:lnTo>
                <a:cubicBezTo>
                  <a:pt x="409138" y="373961"/>
                  <a:pt x="397311" y="385781"/>
                  <a:pt x="382817" y="385781"/>
                </a:cubicBezTo>
                <a:cubicBezTo>
                  <a:pt x="368234" y="385781"/>
                  <a:pt x="356496" y="373961"/>
                  <a:pt x="356496" y="359474"/>
                </a:cubicBezTo>
                <a:lnTo>
                  <a:pt x="356496" y="149020"/>
                </a:lnTo>
                <a:cubicBezTo>
                  <a:pt x="356496" y="134534"/>
                  <a:pt x="368234" y="122713"/>
                  <a:pt x="382817" y="122713"/>
                </a:cubicBezTo>
                <a:close/>
                <a:moveTo>
                  <a:pt x="145718" y="122713"/>
                </a:moveTo>
                <a:cubicBezTo>
                  <a:pt x="160301" y="122713"/>
                  <a:pt x="172039" y="134534"/>
                  <a:pt x="172039" y="149020"/>
                </a:cubicBezTo>
                <a:lnTo>
                  <a:pt x="172039" y="359474"/>
                </a:lnTo>
                <a:cubicBezTo>
                  <a:pt x="172039" y="373961"/>
                  <a:pt x="160301" y="385781"/>
                  <a:pt x="145718" y="385781"/>
                </a:cubicBezTo>
                <a:cubicBezTo>
                  <a:pt x="131224" y="385781"/>
                  <a:pt x="119397" y="373961"/>
                  <a:pt x="119397" y="359474"/>
                </a:cubicBezTo>
                <a:lnTo>
                  <a:pt x="119397" y="149020"/>
                </a:lnTo>
                <a:cubicBezTo>
                  <a:pt x="119397" y="134534"/>
                  <a:pt x="131224" y="122713"/>
                  <a:pt x="145718" y="122713"/>
                </a:cubicBezTo>
                <a:close/>
                <a:moveTo>
                  <a:pt x="289731" y="52611"/>
                </a:moveTo>
                <a:lnTo>
                  <a:pt x="289731" y="554111"/>
                </a:lnTo>
                <a:lnTo>
                  <a:pt x="474163" y="554111"/>
                </a:lnTo>
                <a:lnTo>
                  <a:pt x="474163" y="52611"/>
                </a:lnTo>
                <a:close/>
                <a:moveTo>
                  <a:pt x="52695" y="52611"/>
                </a:moveTo>
                <a:lnTo>
                  <a:pt x="52695" y="554111"/>
                </a:lnTo>
                <a:lnTo>
                  <a:pt x="237037" y="554111"/>
                </a:lnTo>
                <a:lnTo>
                  <a:pt x="237037" y="52611"/>
                </a:lnTo>
                <a:close/>
                <a:moveTo>
                  <a:pt x="26347" y="0"/>
                </a:moveTo>
                <a:lnTo>
                  <a:pt x="498730" y="0"/>
                </a:lnTo>
                <a:cubicBezTo>
                  <a:pt x="513239" y="0"/>
                  <a:pt x="525077" y="11820"/>
                  <a:pt x="525077" y="26306"/>
                </a:cubicBezTo>
                <a:lnTo>
                  <a:pt x="525077" y="580416"/>
                </a:lnTo>
                <a:cubicBezTo>
                  <a:pt x="525077" y="594902"/>
                  <a:pt x="513328" y="606722"/>
                  <a:pt x="498730" y="606722"/>
                </a:cubicBezTo>
                <a:lnTo>
                  <a:pt x="26347" y="606722"/>
                </a:lnTo>
                <a:cubicBezTo>
                  <a:pt x="11749" y="606722"/>
                  <a:pt x="0" y="594902"/>
                  <a:pt x="0" y="580416"/>
                </a:cubicBezTo>
                <a:lnTo>
                  <a:pt x="0" y="26306"/>
                </a:lnTo>
                <a:cubicBezTo>
                  <a:pt x="0" y="11820"/>
                  <a:pt x="11749" y="0"/>
                  <a:pt x="2634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13" id="13"/>
          <p:cNvSpPr/>
          <p:nvPr/>
        </p:nvSpPr>
        <p:spPr>
          <a:xfrm>
            <a:off x="11046000" y="2911820"/>
            <a:ext cx="471197" cy="544464"/>
          </a:xfrm>
          <a:custGeom>
            <a:avLst/>
            <a:gdLst/>
            <a:ahLst/>
            <a:cxnLst/>
            <a:rect r="r" b="b" t="t" l="l"/>
            <a:pathLst>
              <a:path w="525077" h="606722" stroke="true" fill="norm" extrusionOk="true">
                <a:moveTo>
                  <a:pt x="382817" y="436659"/>
                </a:moveTo>
                <a:cubicBezTo>
                  <a:pt x="397354" y="436659"/>
                  <a:pt x="409138" y="448428"/>
                  <a:pt x="409138" y="462945"/>
                </a:cubicBezTo>
                <a:cubicBezTo>
                  <a:pt x="409138" y="477462"/>
                  <a:pt x="397354" y="489231"/>
                  <a:pt x="382817" y="489231"/>
                </a:cubicBezTo>
                <a:cubicBezTo>
                  <a:pt x="368280" y="489231"/>
                  <a:pt x="356496" y="477462"/>
                  <a:pt x="356496" y="462945"/>
                </a:cubicBezTo>
                <a:cubicBezTo>
                  <a:pt x="356496" y="448428"/>
                  <a:pt x="368280" y="436659"/>
                  <a:pt x="382817" y="436659"/>
                </a:cubicBezTo>
                <a:close/>
                <a:moveTo>
                  <a:pt x="145718" y="436659"/>
                </a:moveTo>
                <a:cubicBezTo>
                  <a:pt x="160255" y="436659"/>
                  <a:pt x="172039" y="448428"/>
                  <a:pt x="172039" y="462945"/>
                </a:cubicBezTo>
                <a:cubicBezTo>
                  <a:pt x="172039" y="477462"/>
                  <a:pt x="160255" y="489231"/>
                  <a:pt x="145718" y="489231"/>
                </a:cubicBezTo>
                <a:cubicBezTo>
                  <a:pt x="131181" y="489231"/>
                  <a:pt x="119397" y="477462"/>
                  <a:pt x="119397" y="462945"/>
                </a:cubicBezTo>
                <a:cubicBezTo>
                  <a:pt x="119397" y="448428"/>
                  <a:pt x="131181" y="436659"/>
                  <a:pt x="145718" y="436659"/>
                </a:cubicBezTo>
                <a:close/>
                <a:moveTo>
                  <a:pt x="382817" y="122713"/>
                </a:moveTo>
                <a:cubicBezTo>
                  <a:pt x="397311" y="122713"/>
                  <a:pt x="409138" y="134534"/>
                  <a:pt x="409138" y="149020"/>
                </a:cubicBezTo>
                <a:lnTo>
                  <a:pt x="409138" y="359474"/>
                </a:lnTo>
                <a:cubicBezTo>
                  <a:pt x="409138" y="373961"/>
                  <a:pt x="397311" y="385781"/>
                  <a:pt x="382817" y="385781"/>
                </a:cubicBezTo>
                <a:cubicBezTo>
                  <a:pt x="368234" y="385781"/>
                  <a:pt x="356496" y="373961"/>
                  <a:pt x="356496" y="359474"/>
                </a:cubicBezTo>
                <a:lnTo>
                  <a:pt x="356496" y="149020"/>
                </a:lnTo>
                <a:cubicBezTo>
                  <a:pt x="356496" y="134534"/>
                  <a:pt x="368234" y="122713"/>
                  <a:pt x="382817" y="122713"/>
                </a:cubicBezTo>
                <a:close/>
                <a:moveTo>
                  <a:pt x="145718" y="122713"/>
                </a:moveTo>
                <a:cubicBezTo>
                  <a:pt x="160301" y="122713"/>
                  <a:pt x="172039" y="134534"/>
                  <a:pt x="172039" y="149020"/>
                </a:cubicBezTo>
                <a:lnTo>
                  <a:pt x="172039" y="359474"/>
                </a:lnTo>
                <a:cubicBezTo>
                  <a:pt x="172039" y="373961"/>
                  <a:pt x="160301" y="385781"/>
                  <a:pt x="145718" y="385781"/>
                </a:cubicBezTo>
                <a:cubicBezTo>
                  <a:pt x="131224" y="385781"/>
                  <a:pt x="119397" y="373961"/>
                  <a:pt x="119397" y="359474"/>
                </a:cubicBezTo>
                <a:lnTo>
                  <a:pt x="119397" y="149020"/>
                </a:lnTo>
                <a:cubicBezTo>
                  <a:pt x="119397" y="134534"/>
                  <a:pt x="131224" y="122713"/>
                  <a:pt x="145718" y="122713"/>
                </a:cubicBezTo>
                <a:close/>
                <a:moveTo>
                  <a:pt x="289731" y="52611"/>
                </a:moveTo>
                <a:lnTo>
                  <a:pt x="289731" y="554111"/>
                </a:lnTo>
                <a:lnTo>
                  <a:pt x="474163" y="554111"/>
                </a:lnTo>
                <a:lnTo>
                  <a:pt x="474163" y="52611"/>
                </a:lnTo>
                <a:close/>
                <a:moveTo>
                  <a:pt x="52695" y="52611"/>
                </a:moveTo>
                <a:lnTo>
                  <a:pt x="52695" y="554111"/>
                </a:lnTo>
                <a:lnTo>
                  <a:pt x="237037" y="554111"/>
                </a:lnTo>
                <a:lnTo>
                  <a:pt x="237037" y="52611"/>
                </a:lnTo>
                <a:close/>
                <a:moveTo>
                  <a:pt x="26347" y="0"/>
                </a:moveTo>
                <a:lnTo>
                  <a:pt x="498730" y="0"/>
                </a:lnTo>
                <a:cubicBezTo>
                  <a:pt x="513239" y="0"/>
                  <a:pt x="525077" y="11820"/>
                  <a:pt x="525077" y="26306"/>
                </a:cubicBezTo>
                <a:lnTo>
                  <a:pt x="525077" y="580416"/>
                </a:lnTo>
                <a:cubicBezTo>
                  <a:pt x="525077" y="594902"/>
                  <a:pt x="513328" y="606722"/>
                  <a:pt x="498730" y="606722"/>
                </a:cubicBezTo>
                <a:lnTo>
                  <a:pt x="26347" y="606722"/>
                </a:lnTo>
                <a:cubicBezTo>
                  <a:pt x="11749" y="606722"/>
                  <a:pt x="0" y="594902"/>
                  <a:pt x="0" y="580416"/>
                </a:cubicBezTo>
                <a:lnTo>
                  <a:pt x="0" y="26306"/>
                </a:lnTo>
                <a:cubicBezTo>
                  <a:pt x="0" y="11820"/>
                  <a:pt x="11749" y="0"/>
                  <a:pt x="26347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>
            <a:off x="11046000" y="4689640"/>
            <a:ext cx="471197" cy="544464"/>
          </a:xfrm>
          <a:custGeom>
            <a:avLst/>
            <a:gdLst/>
            <a:ahLst/>
            <a:cxnLst/>
            <a:rect r="r" b="b" t="t" l="l"/>
            <a:pathLst>
              <a:path w="525077" h="606722" stroke="true" fill="norm" extrusionOk="true">
                <a:moveTo>
                  <a:pt x="382817" y="436659"/>
                </a:moveTo>
                <a:cubicBezTo>
                  <a:pt x="397354" y="436659"/>
                  <a:pt x="409138" y="448428"/>
                  <a:pt x="409138" y="462945"/>
                </a:cubicBezTo>
                <a:cubicBezTo>
                  <a:pt x="409138" y="477462"/>
                  <a:pt x="397354" y="489231"/>
                  <a:pt x="382817" y="489231"/>
                </a:cubicBezTo>
                <a:cubicBezTo>
                  <a:pt x="368280" y="489231"/>
                  <a:pt x="356496" y="477462"/>
                  <a:pt x="356496" y="462945"/>
                </a:cubicBezTo>
                <a:cubicBezTo>
                  <a:pt x="356496" y="448428"/>
                  <a:pt x="368280" y="436659"/>
                  <a:pt x="382817" y="436659"/>
                </a:cubicBezTo>
                <a:close/>
                <a:moveTo>
                  <a:pt x="145718" y="436659"/>
                </a:moveTo>
                <a:cubicBezTo>
                  <a:pt x="160255" y="436659"/>
                  <a:pt x="172039" y="448428"/>
                  <a:pt x="172039" y="462945"/>
                </a:cubicBezTo>
                <a:cubicBezTo>
                  <a:pt x="172039" y="477462"/>
                  <a:pt x="160255" y="489231"/>
                  <a:pt x="145718" y="489231"/>
                </a:cubicBezTo>
                <a:cubicBezTo>
                  <a:pt x="131181" y="489231"/>
                  <a:pt x="119397" y="477462"/>
                  <a:pt x="119397" y="462945"/>
                </a:cubicBezTo>
                <a:cubicBezTo>
                  <a:pt x="119397" y="448428"/>
                  <a:pt x="131181" y="436659"/>
                  <a:pt x="145718" y="436659"/>
                </a:cubicBezTo>
                <a:close/>
                <a:moveTo>
                  <a:pt x="382817" y="122713"/>
                </a:moveTo>
                <a:cubicBezTo>
                  <a:pt x="397311" y="122713"/>
                  <a:pt x="409138" y="134534"/>
                  <a:pt x="409138" y="149020"/>
                </a:cubicBezTo>
                <a:lnTo>
                  <a:pt x="409138" y="359474"/>
                </a:lnTo>
                <a:cubicBezTo>
                  <a:pt x="409138" y="373961"/>
                  <a:pt x="397311" y="385781"/>
                  <a:pt x="382817" y="385781"/>
                </a:cubicBezTo>
                <a:cubicBezTo>
                  <a:pt x="368234" y="385781"/>
                  <a:pt x="356496" y="373961"/>
                  <a:pt x="356496" y="359474"/>
                </a:cubicBezTo>
                <a:lnTo>
                  <a:pt x="356496" y="149020"/>
                </a:lnTo>
                <a:cubicBezTo>
                  <a:pt x="356496" y="134534"/>
                  <a:pt x="368234" y="122713"/>
                  <a:pt x="382817" y="122713"/>
                </a:cubicBezTo>
                <a:close/>
                <a:moveTo>
                  <a:pt x="145718" y="122713"/>
                </a:moveTo>
                <a:cubicBezTo>
                  <a:pt x="160301" y="122713"/>
                  <a:pt x="172039" y="134534"/>
                  <a:pt x="172039" y="149020"/>
                </a:cubicBezTo>
                <a:lnTo>
                  <a:pt x="172039" y="359474"/>
                </a:lnTo>
                <a:cubicBezTo>
                  <a:pt x="172039" y="373961"/>
                  <a:pt x="160301" y="385781"/>
                  <a:pt x="145718" y="385781"/>
                </a:cubicBezTo>
                <a:cubicBezTo>
                  <a:pt x="131224" y="385781"/>
                  <a:pt x="119397" y="373961"/>
                  <a:pt x="119397" y="359474"/>
                </a:cubicBezTo>
                <a:lnTo>
                  <a:pt x="119397" y="149020"/>
                </a:lnTo>
                <a:cubicBezTo>
                  <a:pt x="119397" y="134534"/>
                  <a:pt x="131224" y="122713"/>
                  <a:pt x="145718" y="122713"/>
                </a:cubicBezTo>
                <a:close/>
                <a:moveTo>
                  <a:pt x="289731" y="52611"/>
                </a:moveTo>
                <a:lnTo>
                  <a:pt x="289731" y="554111"/>
                </a:lnTo>
                <a:lnTo>
                  <a:pt x="474163" y="554111"/>
                </a:lnTo>
                <a:lnTo>
                  <a:pt x="474163" y="52611"/>
                </a:lnTo>
                <a:close/>
                <a:moveTo>
                  <a:pt x="52695" y="52611"/>
                </a:moveTo>
                <a:lnTo>
                  <a:pt x="52695" y="554111"/>
                </a:lnTo>
                <a:lnTo>
                  <a:pt x="237037" y="554111"/>
                </a:lnTo>
                <a:lnTo>
                  <a:pt x="237037" y="52611"/>
                </a:lnTo>
                <a:close/>
                <a:moveTo>
                  <a:pt x="26347" y="0"/>
                </a:moveTo>
                <a:lnTo>
                  <a:pt x="498730" y="0"/>
                </a:lnTo>
                <a:cubicBezTo>
                  <a:pt x="513239" y="0"/>
                  <a:pt x="525077" y="11820"/>
                  <a:pt x="525077" y="26306"/>
                </a:cubicBezTo>
                <a:lnTo>
                  <a:pt x="525077" y="580416"/>
                </a:lnTo>
                <a:cubicBezTo>
                  <a:pt x="525077" y="594902"/>
                  <a:pt x="513328" y="606722"/>
                  <a:pt x="498730" y="606722"/>
                </a:cubicBezTo>
                <a:lnTo>
                  <a:pt x="26347" y="606722"/>
                </a:lnTo>
                <a:cubicBezTo>
                  <a:pt x="11749" y="606722"/>
                  <a:pt x="0" y="594902"/>
                  <a:pt x="0" y="580416"/>
                </a:cubicBezTo>
                <a:lnTo>
                  <a:pt x="0" y="26306"/>
                </a:lnTo>
                <a:cubicBezTo>
                  <a:pt x="0" y="11820"/>
                  <a:pt x="11749" y="0"/>
                  <a:pt x="2634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cxnSp>
        <p:nvCxnSpPr>
          <p:cNvPr name="Connector 15" id="15"/>
          <p:cNvCxnSpPr/>
          <p:nvPr/>
        </p:nvCxnSpPr>
        <p:spPr>
          <a:xfrm>
            <a:off x="5646000" y="1134847"/>
            <a:ext cx="0" cy="5008778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name="Group 16" id="16"/>
          <p:cNvGrpSpPr/>
          <p:nvPr/>
        </p:nvGrpSpPr>
        <p:grpSpPr>
          <a:xfrm>
            <a:off x="1757032" y="2255426"/>
            <a:ext cx="2280671" cy="1964149"/>
            <a:chOff x="1418003" y="2245901"/>
            <a:chExt cx="2606522" cy="2244777"/>
          </a:xfrm>
        </p:grpSpPr>
        <p:grpSp>
          <p:nvGrpSpPr>
            <p:cNvPr name="Group 17" id="17"/>
            <p:cNvGrpSpPr/>
            <p:nvPr/>
          </p:nvGrpSpPr>
          <p:grpSpPr>
            <a:xfrm>
              <a:off x="1525623" y="2245901"/>
              <a:ext cx="2498902" cy="2244777"/>
              <a:chOff x="1482548" y="2052795"/>
              <a:chExt cx="2894188" cy="2599864"/>
            </a:xfrm>
          </p:grpSpPr>
          <p:sp>
            <p:nvSpPr>
              <p:cNvPr name="AutoShape 18" id="18"/>
              <p:cNvSpPr/>
              <p:nvPr/>
            </p:nvSpPr>
            <p:spPr>
              <a:xfrm>
                <a:off x="3964940" y="3730959"/>
                <a:ext cx="232361" cy="36145"/>
              </a:xfrm>
              <a:prstGeom prst="rect">
                <a:avLst/>
              </a:prstGeom>
              <a:solidFill>
                <a:srgbClr val="FBAF42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19" id="19"/>
              <p:cNvGrpSpPr/>
              <p:nvPr/>
            </p:nvGrpSpPr>
            <p:grpSpPr>
              <a:xfrm>
                <a:off x="1482548" y="2052795"/>
                <a:ext cx="2894188" cy="2599864"/>
                <a:chOff x="1482548" y="1433670"/>
                <a:chExt cx="2894188" cy="2599864"/>
              </a:xfrm>
            </p:grpSpPr>
            <p:sp>
              <p:nvSpPr>
                <p:cNvPr name="Freeform 20" id="20"/>
                <p:cNvSpPr/>
                <p:nvPr/>
              </p:nvSpPr>
              <p:spPr>
                <a:xfrm>
                  <a:off x="3102622" y="1433670"/>
                  <a:ext cx="1049498" cy="28787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13" h="223" stroke="true" fill="norm" extrusionOk="true">
                      <a:moveTo>
                        <a:pt x="769" y="98"/>
                      </a:moveTo>
                      <a:cubicBezTo>
                        <a:pt x="58" y="219"/>
                        <a:pt x="58" y="219"/>
                        <a:pt x="58" y="219"/>
                      </a:cubicBezTo>
                      <a:cubicBezTo>
                        <a:pt x="33" y="223"/>
                        <a:pt x="8" y="206"/>
                        <a:pt x="4" y="180"/>
                      </a:cubicBezTo>
                      <a:cubicBezTo>
                        <a:pt x="4" y="180"/>
                        <a:pt x="4" y="180"/>
                        <a:pt x="4" y="180"/>
                      </a:cubicBezTo>
                      <a:cubicBezTo>
                        <a:pt x="0" y="154"/>
                        <a:pt x="17" y="129"/>
                        <a:pt x="43" y="125"/>
                      </a:cubicBezTo>
                      <a:cubicBezTo>
                        <a:pt x="754" y="4"/>
                        <a:pt x="754" y="4"/>
                        <a:pt x="754" y="4"/>
                      </a:cubicBezTo>
                      <a:cubicBezTo>
                        <a:pt x="779" y="0"/>
                        <a:pt x="804" y="17"/>
                        <a:pt x="808" y="43"/>
                      </a:cubicBezTo>
                      <a:cubicBezTo>
                        <a:pt x="808" y="43"/>
                        <a:pt x="808" y="43"/>
                        <a:pt x="808" y="43"/>
                      </a:cubicBezTo>
                      <a:cubicBezTo>
                        <a:pt x="813" y="69"/>
                        <a:pt x="795" y="94"/>
                        <a:pt x="769" y="98"/>
                      </a:cubicBezTo>
                      <a:close/>
                    </a:path>
                  </a:pathLst>
                </a:custGeom>
                <a:solidFill>
                  <a:srgbClr val="FBAF40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Freeform 21" id="21"/>
                <p:cNvSpPr/>
                <p:nvPr/>
              </p:nvSpPr>
              <p:spPr>
                <a:xfrm>
                  <a:off x="4020448" y="1494342"/>
                  <a:ext cx="121344" cy="131542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4" h="1019" stroke="true" fill="norm" extrusionOk="true">
                      <a:moveTo>
                        <a:pt x="94" y="0"/>
                      </a:moveTo>
                      <a:cubicBezTo>
                        <a:pt x="94" y="980"/>
                        <a:pt x="94" y="980"/>
                        <a:pt x="94" y="980"/>
                      </a:cubicBezTo>
                      <a:cubicBezTo>
                        <a:pt x="94" y="1002"/>
                        <a:pt x="76" y="1019"/>
                        <a:pt x="55" y="1019"/>
                      </a:cubicBezTo>
                      <a:cubicBezTo>
                        <a:pt x="39" y="1019"/>
                        <a:pt x="39" y="1019"/>
                        <a:pt x="39" y="1019"/>
                      </a:cubicBezTo>
                      <a:cubicBezTo>
                        <a:pt x="17" y="1019"/>
                        <a:pt x="0" y="1002"/>
                        <a:pt x="0" y="98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rgbClr val="FBAF40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Freeform 22" id="22"/>
                <p:cNvSpPr/>
                <p:nvPr/>
              </p:nvSpPr>
              <p:spPr>
                <a:xfrm>
                  <a:off x="3935249" y="2853655"/>
                  <a:ext cx="290452" cy="12908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25" h="100" stroke="true" fill="norm" extrusionOk="true">
                      <a:moveTo>
                        <a:pt x="225" y="100"/>
                      </a:moveTo>
                      <a:cubicBezTo>
                        <a:pt x="218" y="43"/>
                        <a:pt x="171" y="0"/>
                        <a:pt x="113" y="0"/>
                      </a:cubicBezTo>
                      <a:cubicBezTo>
                        <a:pt x="55" y="0"/>
                        <a:pt x="7" y="43"/>
                        <a:pt x="0" y="100"/>
                      </a:cubicBezTo>
                      <a:lnTo>
                        <a:pt x="225" y="100"/>
                      </a:lnTo>
                      <a:close/>
                    </a:path>
                  </a:pathLst>
                </a:custGeom>
                <a:solidFill>
                  <a:srgbClr val="FBAF42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3" id="23"/>
                <p:cNvSpPr/>
                <p:nvPr/>
              </p:nvSpPr>
              <p:spPr>
                <a:xfrm>
                  <a:off x="3964940" y="3049871"/>
                  <a:ext cx="232361" cy="36145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4" id="24"/>
                <p:cNvSpPr/>
                <p:nvPr/>
              </p:nvSpPr>
              <p:spPr>
                <a:xfrm>
                  <a:off x="3983013" y="3209942"/>
                  <a:ext cx="37436" cy="823592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5" id="25"/>
                <p:cNvSpPr/>
                <p:nvPr/>
              </p:nvSpPr>
              <p:spPr>
                <a:xfrm>
                  <a:off x="4063048" y="3209942"/>
                  <a:ext cx="36145" cy="706120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6" id="26"/>
                <p:cNvSpPr/>
                <p:nvPr/>
              </p:nvSpPr>
              <p:spPr>
                <a:xfrm>
                  <a:off x="4141792" y="3209942"/>
                  <a:ext cx="36145" cy="601558"/>
                </a:xfrm>
                <a:prstGeom prst="rect">
                  <a:avLst/>
                </a:prstGeom>
                <a:solidFill>
                  <a:srgbClr val="FBAF42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Freeform 27" id="27"/>
                <p:cNvSpPr/>
                <p:nvPr/>
              </p:nvSpPr>
              <p:spPr>
                <a:xfrm>
                  <a:off x="1482548" y="1715085"/>
                  <a:ext cx="2464320" cy="53572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910" h="415" stroke="true" fill="norm" extrusionOk="true">
                      <a:moveTo>
                        <a:pt x="1910" y="0"/>
                      </a:moveTo>
                      <a:cubicBezTo>
                        <a:pt x="43" y="316"/>
                        <a:pt x="43" y="316"/>
                        <a:pt x="43" y="316"/>
                      </a:cubicBezTo>
                      <a:cubicBezTo>
                        <a:pt x="17" y="321"/>
                        <a:pt x="0" y="345"/>
                        <a:pt x="4" y="371"/>
                      </a:cubicBezTo>
                      <a:cubicBezTo>
                        <a:pt x="4" y="371"/>
                        <a:pt x="4" y="371"/>
                        <a:pt x="4" y="371"/>
                      </a:cubicBezTo>
                      <a:cubicBezTo>
                        <a:pt x="8" y="397"/>
                        <a:pt x="33" y="415"/>
                        <a:pt x="58" y="410"/>
                      </a:cubicBezTo>
                      <a:cubicBezTo>
                        <a:pt x="1910" y="96"/>
                        <a:pt x="1910" y="96"/>
                        <a:pt x="1910" y="96"/>
                      </a:cubicBezTo>
                      <a:lnTo>
                        <a:pt x="1910" y="0"/>
                      </a:lnTo>
                      <a:close/>
                    </a:path>
                  </a:pathLst>
                </a:custGeom>
                <a:solidFill>
                  <a:srgbClr val="015CC1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Freeform 28" id="28"/>
                <p:cNvSpPr/>
                <p:nvPr/>
              </p:nvSpPr>
              <p:spPr>
                <a:xfrm>
                  <a:off x="4215374" y="1649249"/>
                  <a:ext cx="161362" cy="14458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5" h="112" stroke="true" fill="norm" extrusionOk="true">
                      <a:moveTo>
                        <a:pt x="121" y="43"/>
                      </a:moveTo>
                      <a:cubicBezTo>
                        <a:pt x="117" y="17"/>
                        <a:pt x="92" y="0"/>
                        <a:pt x="67" y="4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0" y="112"/>
                        <a:pt x="0" y="112"/>
                        <a:pt x="0" y="112"/>
                      </a:cubicBezTo>
                      <a:cubicBezTo>
                        <a:pt x="82" y="98"/>
                        <a:pt x="82" y="98"/>
                        <a:pt x="82" y="98"/>
                      </a:cubicBezTo>
                      <a:cubicBezTo>
                        <a:pt x="108" y="93"/>
                        <a:pt x="125" y="69"/>
                        <a:pt x="121" y="43"/>
                      </a:cubicBezTo>
                      <a:close/>
                    </a:path>
                  </a:pathLst>
                </a:custGeom>
                <a:solidFill>
                  <a:srgbClr val="015CC1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Freeform 29" id="29"/>
                <p:cNvSpPr/>
                <p:nvPr/>
              </p:nvSpPr>
              <p:spPr>
                <a:xfrm>
                  <a:off x="2683080" y="1588578"/>
                  <a:ext cx="361451" cy="20783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80" h="161" stroke="true" fill="norm" extrusionOk="true">
                      <a:moveTo>
                        <a:pt x="280" y="111"/>
                      </a:moveTo>
                      <a:cubicBezTo>
                        <a:pt x="260" y="43"/>
                        <a:pt x="191" y="0"/>
                        <a:pt x="120" y="13"/>
                      </a:cubicBezTo>
                      <a:cubicBezTo>
                        <a:pt x="49" y="25"/>
                        <a:pt x="0" y="90"/>
                        <a:pt x="3" y="161"/>
                      </a:cubicBezTo>
                      <a:lnTo>
                        <a:pt x="280" y="111"/>
                      </a:lnTo>
                      <a:close/>
                    </a:path>
                  </a:pathLst>
                </a:custGeom>
                <a:solidFill>
                  <a:srgbClr val="0164C5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Freeform 30" id="30"/>
                <p:cNvSpPr/>
                <p:nvPr/>
              </p:nvSpPr>
              <p:spPr>
                <a:xfrm>
                  <a:off x="2169304" y="2005536"/>
                  <a:ext cx="1351568" cy="43632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48" h="338" stroke="true" fill="norm" extrusionOk="true">
                      <a:moveTo>
                        <a:pt x="996" y="166"/>
                      </a:moveTo>
                      <a:cubicBezTo>
                        <a:pt x="996" y="96"/>
                        <a:pt x="1016" y="34"/>
                        <a:pt x="1046" y="0"/>
                      </a:cubicBezTo>
                      <a:cubicBezTo>
                        <a:pt x="1007" y="5"/>
                        <a:pt x="21" y="167"/>
                        <a:pt x="0" y="171"/>
                      </a:cubicBezTo>
                      <a:cubicBezTo>
                        <a:pt x="25" y="188"/>
                        <a:pt x="42" y="219"/>
                        <a:pt x="42" y="254"/>
                      </a:cubicBezTo>
                      <a:cubicBezTo>
                        <a:pt x="42" y="290"/>
                        <a:pt x="25" y="320"/>
                        <a:pt x="0" y="338"/>
                      </a:cubicBezTo>
                      <a:cubicBezTo>
                        <a:pt x="1047" y="338"/>
                        <a:pt x="1047" y="338"/>
                        <a:pt x="1047" y="338"/>
                      </a:cubicBezTo>
                      <a:cubicBezTo>
                        <a:pt x="1047" y="338"/>
                        <a:pt x="1047" y="336"/>
                        <a:pt x="1048" y="334"/>
                      </a:cubicBezTo>
                      <a:cubicBezTo>
                        <a:pt x="1016" y="300"/>
                        <a:pt x="996" y="238"/>
                        <a:pt x="996" y="166"/>
                      </a:cubicBezTo>
                      <a:close/>
                    </a:path>
                  </a:pathLst>
                </a:custGeom>
                <a:solidFill>
                  <a:srgbClr val="0164C5"/>
                </a:solidFill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</p:grpSp>
        <p:grpSp>
          <p:nvGrpSpPr>
            <p:cNvPr name="Group 31" id="31"/>
            <p:cNvGrpSpPr/>
            <p:nvPr/>
          </p:nvGrpSpPr>
          <p:grpSpPr>
            <a:xfrm>
              <a:off x="1418003" y="3176379"/>
              <a:ext cx="2204849" cy="1077999"/>
              <a:chOff x="1418003" y="3176379"/>
              <a:chExt cx="2204849" cy="1077999"/>
            </a:xfrm>
          </p:grpSpPr>
          <p:sp>
            <p:nvSpPr>
              <p:cNvPr name="Freeform 32" id="32"/>
              <p:cNvSpPr/>
              <p:nvPr/>
            </p:nvSpPr>
            <p:spPr>
              <a:xfrm>
                <a:off x="1418003" y="3731565"/>
                <a:ext cx="2204849" cy="522813"/>
              </a:xfrm>
              <a:custGeom>
                <a:avLst/>
                <a:gdLst/>
                <a:ahLst/>
                <a:cxnLst/>
                <a:rect r="r" b="b" t="t" l="l"/>
                <a:pathLst>
                  <a:path w="1709" h="405" stroke="true" fill="norm" extrusionOk="true">
                    <a:moveTo>
                      <a:pt x="1684" y="344"/>
                    </a:moveTo>
                    <a:cubicBezTo>
                      <a:pt x="1682" y="344"/>
                      <a:pt x="1682" y="344"/>
                      <a:pt x="1682" y="344"/>
                    </a:cubicBezTo>
                    <a:cubicBezTo>
                      <a:pt x="871" y="344"/>
                      <a:pt x="871" y="344"/>
                      <a:pt x="871" y="344"/>
                    </a:cubicBezTo>
                    <a:cubicBezTo>
                      <a:pt x="854" y="344"/>
                      <a:pt x="854" y="344"/>
                      <a:pt x="854" y="344"/>
                    </a:cubicBezTo>
                    <a:cubicBezTo>
                      <a:pt x="807" y="344"/>
                      <a:pt x="768" y="296"/>
                      <a:pt x="768" y="237"/>
                    </a:cubicBezTo>
                    <a:cubicBezTo>
                      <a:pt x="768" y="168"/>
                      <a:pt x="768" y="168"/>
                      <a:pt x="768" y="168"/>
                    </a:cubicBezTo>
                    <a:cubicBezTo>
                      <a:pt x="768" y="109"/>
                      <a:pt x="807" y="61"/>
                      <a:pt x="854" y="61"/>
                    </a:cubicBezTo>
                    <a:cubicBezTo>
                      <a:pt x="871" y="61"/>
                      <a:pt x="871" y="61"/>
                      <a:pt x="871" y="61"/>
                    </a:cubicBezTo>
                    <a:cubicBezTo>
                      <a:pt x="1682" y="61"/>
                      <a:pt x="1682" y="61"/>
                      <a:pt x="1682" y="61"/>
                    </a:cubicBezTo>
                    <a:cubicBezTo>
                      <a:pt x="1684" y="61"/>
                      <a:pt x="1684" y="61"/>
                      <a:pt x="1684" y="61"/>
                    </a:cubicBezTo>
                    <a:cubicBezTo>
                      <a:pt x="1698" y="61"/>
                      <a:pt x="1709" y="47"/>
                      <a:pt x="1709" y="31"/>
                    </a:cubicBezTo>
                    <a:cubicBezTo>
                      <a:pt x="1709" y="14"/>
                      <a:pt x="1698" y="0"/>
                      <a:pt x="1684" y="0"/>
                    </a:cubicBezTo>
                    <a:cubicBezTo>
                      <a:pt x="1625" y="0"/>
                      <a:pt x="1625" y="0"/>
                      <a:pt x="1625" y="0"/>
                    </a:cubicBezTo>
                    <a:cubicBezTo>
                      <a:pt x="871" y="0"/>
                      <a:pt x="871" y="0"/>
                      <a:pt x="871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26" y="0"/>
                      <a:pt x="0" y="32"/>
                      <a:pt x="0" y="71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73"/>
                      <a:pt x="26" y="405"/>
                      <a:pt x="58" y="405"/>
                    </a:cubicBezTo>
                    <a:cubicBezTo>
                      <a:pt x="871" y="405"/>
                      <a:pt x="871" y="405"/>
                      <a:pt x="871" y="405"/>
                    </a:cubicBezTo>
                    <a:cubicBezTo>
                      <a:pt x="1625" y="405"/>
                      <a:pt x="1625" y="405"/>
                      <a:pt x="1625" y="405"/>
                    </a:cubicBezTo>
                    <a:cubicBezTo>
                      <a:pt x="1684" y="405"/>
                      <a:pt x="1684" y="405"/>
                      <a:pt x="1684" y="405"/>
                    </a:cubicBezTo>
                    <a:cubicBezTo>
                      <a:pt x="1698" y="405"/>
                      <a:pt x="1709" y="391"/>
                      <a:pt x="1709" y="374"/>
                    </a:cubicBezTo>
                    <a:cubicBezTo>
                      <a:pt x="1709" y="358"/>
                      <a:pt x="1698" y="344"/>
                      <a:pt x="1684" y="344"/>
                    </a:cubicBezTo>
                    <a:close/>
                  </a:path>
                </a:pathLst>
              </a:custGeom>
              <a:solidFill>
                <a:srgbClr val="00A6EC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3" id="33"/>
              <p:cNvSpPr/>
              <p:nvPr/>
            </p:nvSpPr>
            <p:spPr>
              <a:xfrm>
                <a:off x="1562583" y="3825800"/>
                <a:ext cx="105854" cy="339506"/>
              </a:xfrm>
              <a:custGeom>
                <a:avLst/>
                <a:gdLst/>
                <a:ahLst/>
                <a:cxnLst/>
                <a:rect r="r" b="b" t="t" l="l"/>
                <a:pathLst>
                  <a:path w="82" h="263" stroke="true" fill="norm" extrusionOk="true">
                    <a:moveTo>
                      <a:pt x="41" y="263"/>
                    </a:moveTo>
                    <a:cubicBezTo>
                      <a:pt x="41" y="263"/>
                      <a:pt x="41" y="263"/>
                      <a:pt x="41" y="263"/>
                    </a:cubicBezTo>
                    <a:cubicBezTo>
                      <a:pt x="18" y="263"/>
                      <a:pt x="0" y="244"/>
                      <a:pt x="0" y="222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8"/>
                      <a:pt x="18" y="0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63" y="0"/>
                      <a:pt x="82" y="18"/>
                      <a:pt x="82" y="41"/>
                    </a:cubicBezTo>
                    <a:cubicBezTo>
                      <a:pt x="82" y="222"/>
                      <a:pt x="82" y="222"/>
                      <a:pt x="82" y="222"/>
                    </a:cubicBezTo>
                    <a:cubicBezTo>
                      <a:pt x="82" y="244"/>
                      <a:pt x="63" y="263"/>
                      <a:pt x="41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4" id="34"/>
              <p:cNvSpPr/>
              <p:nvPr/>
            </p:nvSpPr>
            <p:spPr>
              <a:xfrm>
                <a:off x="2171886" y="3823218"/>
                <a:ext cx="105854" cy="339506"/>
              </a:xfrm>
              <a:custGeom>
                <a:avLst/>
                <a:gdLst/>
                <a:ahLst/>
                <a:cxnLst/>
                <a:rect r="r" b="b" t="t" l="l"/>
                <a:pathLst>
                  <a:path w="82" h="263" stroke="true" fill="norm" extrusionOk="true">
                    <a:moveTo>
                      <a:pt x="41" y="263"/>
                    </a:moveTo>
                    <a:cubicBezTo>
                      <a:pt x="41" y="263"/>
                      <a:pt x="41" y="263"/>
                      <a:pt x="41" y="263"/>
                    </a:cubicBezTo>
                    <a:cubicBezTo>
                      <a:pt x="18" y="263"/>
                      <a:pt x="0" y="244"/>
                      <a:pt x="0" y="222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8"/>
                      <a:pt x="18" y="0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64" y="0"/>
                      <a:pt x="82" y="18"/>
                      <a:pt x="82" y="41"/>
                    </a:cubicBezTo>
                    <a:cubicBezTo>
                      <a:pt x="82" y="222"/>
                      <a:pt x="82" y="222"/>
                      <a:pt x="82" y="222"/>
                    </a:cubicBezTo>
                    <a:cubicBezTo>
                      <a:pt x="82" y="244"/>
                      <a:pt x="64" y="263"/>
                      <a:pt x="41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5" id="35"/>
              <p:cNvSpPr/>
              <p:nvPr/>
            </p:nvSpPr>
            <p:spPr>
              <a:xfrm>
                <a:off x="2508810" y="3909709"/>
                <a:ext cx="1008190" cy="36145"/>
              </a:xfrm>
              <a:prstGeom prst="rect">
                <a:avLst/>
              </a:prstGeom>
              <a:solidFill>
                <a:srgbClr val="79D1F4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6" id="36"/>
              <p:cNvSpPr/>
              <p:nvPr/>
            </p:nvSpPr>
            <p:spPr>
              <a:xfrm>
                <a:off x="2508810" y="4040089"/>
                <a:ext cx="1008190" cy="36145"/>
              </a:xfrm>
              <a:prstGeom prst="rect">
                <a:avLst/>
              </a:prstGeom>
              <a:solidFill>
                <a:srgbClr val="79D1F4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7" id="37"/>
              <p:cNvSpPr/>
              <p:nvPr/>
            </p:nvSpPr>
            <p:spPr>
              <a:xfrm>
                <a:off x="2508810" y="3974254"/>
                <a:ext cx="944936" cy="37436"/>
              </a:xfrm>
              <a:prstGeom prst="rect">
                <a:avLst/>
              </a:prstGeom>
              <a:solidFill>
                <a:srgbClr val="79D1F4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8" id="38"/>
              <p:cNvSpPr/>
              <p:nvPr/>
            </p:nvSpPr>
            <p:spPr>
              <a:xfrm>
                <a:off x="1418003" y="3176379"/>
                <a:ext cx="2204849" cy="522813"/>
              </a:xfrm>
              <a:custGeom>
                <a:avLst/>
                <a:gdLst/>
                <a:ahLst/>
                <a:cxnLst/>
                <a:rect r="r" b="b" t="t" l="l"/>
                <a:pathLst>
                  <a:path w="1709" h="405" stroke="true" fill="norm" extrusionOk="true">
                    <a:moveTo>
                      <a:pt x="1679" y="344"/>
                    </a:moveTo>
                    <a:cubicBezTo>
                      <a:pt x="1676" y="344"/>
                      <a:pt x="1676" y="344"/>
                      <a:pt x="1676" y="344"/>
                    </a:cubicBezTo>
                    <a:cubicBezTo>
                      <a:pt x="981" y="344"/>
                      <a:pt x="981" y="344"/>
                      <a:pt x="981" y="344"/>
                    </a:cubicBezTo>
                    <a:cubicBezTo>
                      <a:pt x="961" y="344"/>
                      <a:pt x="961" y="344"/>
                      <a:pt x="961" y="344"/>
                    </a:cubicBezTo>
                    <a:cubicBezTo>
                      <a:pt x="902" y="344"/>
                      <a:pt x="855" y="296"/>
                      <a:pt x="855" y="237"/>
                    </a:cubicBezTo>
                    <a:cubicBezTo>
                      <a:pt x="855" y="168"/>
                      <a:pt x="855" y="168"/>
                      <a:pt x="855" y="168"/>
                    </a:cubicBezTo>
                    <a:cubicBezTo>
                      <a:pt x="855" y="109"/>
                      <a:pt x="902" y="61"/>
                      <a:pt x="961" y="61"/>
                    </a:cubicBezTo>
                    <a:cubicBezTo>
                      <a:pt x="981" y="61"/>
                      <a:pt x="981" y="61"/>
                      <a:pt x="981" y="61"/>
                    </a:cubicBezTo>
                    <a:cubicBezTo>
                      <a:pt x="1676" y="61"/>
                      <a:pt x="1676" y="61"/>
                      <a:pt x="1676" y="61"/>
                    </a:cubicBezTo>
                    <a:cubicBezTo>
                      <a:pt x="1679" y="61"/>
                      <a:pt x="1679" y="61"/>
                      <a:pt x="1679" y="61"/>
                    </a:cubicBezTo>
                    <a:cubicBezTo>
                      <a:pt x="1695" y="61"/>
                      <a:pt x="1709" y="47"/>
                      <a:pt x="1709" y="31"/>
                    </a:cubicBezTo>
                    <a:cubicBezTo>
                      <a:pt x="1709" y="14"/>
                      <a:pt x="1695" y="0"/>
                      <a:pt x="1679" y="0"/>
                    </a:cubicBezTo>
                    <a:cubicBezTo>
                      <a:pt x="1606" y="0"/>
                      <a:pt x="1606" y="0"/>
                      <a:pt x="1606" y="0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32" y="0"/>
                      <a:pt x="0" y="32"/>
                      <a:pt x="0" y="72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0" y="373"/>
                      <a:pt x="32" y="405"/>
                      <a:pt x="71" y="405"/>
                    </a:cubicBezTo>
                    <a:cubicBezTo>
                      <a:pt x="981" y="405"/>
                      <a:pt x="981" y="405"/>
                      <a:pt x="981" y="405"/>
                    </a:cubicBezTo>
                    <a:cubicBezTo>
                      <a:pt x="1606" y="405"/>
                      <a:pt x="1606" y="405"/>
                      <a:pt x="1606" y="405"/>
                    </a:cubicBezTo>
                    <a:cubicBezTo>
                      <a:pt x="1679" y="405"/>
                      <a:pt x="1679" y="405"/>
                      <a:pt x="1679" y="405"/>
                    </a:cubicBezTo>
                    <a:cubicBezTo>
                      <a:pt x="1695" y="405"/>
                      <a:pt x="1709" y="391"/>
                      <a:pt x="1709" y="375"/>
                    </a:cubicBezTo>
                    <a:cubicBezTo>
                      <a:pt x="1709" y="358"/>
                      <a:pt x="1695" y="344"/>
                      <a:pt x="1679" y="344"/>
                    </a:cubicBezTo>
                    <a:close/>
                  </a:path>
                </a:pathLst>
              </a:custGeom>
              <a:solidFill>
                <a:srgbClr val="FBAF42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39" id="39"/>
              <p:cNvSpPr/>
              <p:nvPr/>
            </p:nvSpPr>
            <p:spPr>
              <a:xfrm>
                <a:off x="1510948" y="3268032"/>
                <a:ext cx="42600" cy="339506"/>
              </a:xfrm>
              <a:custGeom>
                <a:avLst/>
                <a:gdLst/>
                <a:ahLst/>
                <a:cxnLst/>
                <a:rect r="r" b="b" t="t" l="l"/>
                <a:pathLst>
                  <a:path w="33" h="263" stroke="true" fill="norm" extrusionOk="true">
                    <a:moveTo>
                      <a:pt x="20" y="263"/>
                    </a:moveTo>
                    <a:cubicBezTo>
                      <a:pt x="13" y="263"/>
                      <a:pt x="13" y="263"/>
                      <a:pt x="13" y="263"/>
                    </a:cubicBezTo>
                    <a:cubicBezTo>
                      <a:pt x="6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0"/>
                      <a:pt x="33" y="6"/>
                      <a:pt x="33" y="13"/>
                    </a:cubicBezTo>
                    <a:cubicBezTo>
                      <a:pt x="33" y="251"/>
                      <a:pt x="33" y="251"/>
                      <a:pt x="33" y="251"/>
                    </a:cubicBezTo>
                    <a:cubicBezTo>
                      <a:pt x="33" y="258"/>
                      <a:pt x="27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0" id="40"/>
              <p:cNvSpPr/>
              <p:nvPr/>
            </p:nvSpPr>
            <p:spPr>
              <a:xfrm>
                <a:off x="1600020" y="3268032"/>
                <a:ext cx="41309" cy="339506"/>
              </a:xfrm>
              <a:custGeom>
                <a:avLst/>
                <a:gdLst/>
                <a:ahLst/>
                <a:cxnLst/>
                <a:rect r="r" b="b" t="t" l="l"/>
                <a:pathLst>
                  <a:path w="32" h="263" stroke="true" fill="norm" extrusionOk="true">
                    <a:moveTo>
                      <a:pt x="19" y="263"/>
                    </a:moveTo>
                    <a:cubicBezTo>
                      <a:pt x="12" y="263"/>
                      <a:pt x="12" y="263"/>
                      <a:pt x="12" y="263"/>
                    </a:cubicBezTo>
                    <a:cubicBezTo>
                      <a:pt x="5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6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6" y="263"/>
                      <a:pt x="19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1" id="41"/>
              <p:cNvSpPr/>
              <p:nvPr/>
            </p:nvSpPr>
            <p:spPr>
              <a:xfrm>
                <a:off x="1687801" y="3268032"/>
                <a:ext cx="41309" cy="339506"/>
              </a:xfrm>
              <a:custGeom>
                <a:avLst/>
                <a:gdLst/>
                <a:ahLst/>
                <a:cxnLst/>
                <a:rect r="r" b="b" t="t" l="l"/>
                <a:pathLst>
                  <a:path w="32" h="263" stroke="true" fill="norm" extrusionOk="true">
                    <a:moveTo>
                      <a:pt x="20" y="263"/>
                    </a:moveTo>
                    <a:cubicBezTo>
                      <a:pt x="12" y="263"/>
                      <a:pt x="12" y="263"/>
                      <a:pt x="12" y="263"/>
                    </a:cubicBezTo>
                    <a:cubicBezTo>
                      <a:pt x="5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6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6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2" id="42"/>
              <p:cNvSpPr/>
              <p:nvPr/>
            </p:nvSpPr>
            <p:spPr>
              <a:xfrm>
                <a:off x="2277739" y="3270614"/>
                <a:ext cx="41309" cy="339506"/>
              </a:xfrm>
              <a:custGeom>
                <a:avLst/>
                <a:gdLst/>
                <a:ahLst/>
                <a:cxnLst/>
                <a:rect r="r" b="b" t="t" l="l"/>
                <a:pathLst>
                  <a:path w="32" h="263" stroke="true" fill="norm" extrusionOk="true">
                    <a:moveTo>
                      <a:pt x="20" y="263"/>
                    </a:moveTo>
                    <a:cubicBezTo>
                      <a:pt x="12" y="263"/>
                      <a:pt x="12" y="263"/>
                      <a:pt x="12" y="263"/>
                    </a:cubicBezTo>
                    <a:cubicBezTo>
                      <a:pt x="6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7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43" id="43"/>
              <p:cNvSpPr/>
              <p:nvPr/>
            </p:nvSpPr>
            <p:spPr>
              <a:xfrm>
                <a:off x="2374557" y="3268032"/>
                <a:ext cx="41309" cy="339506"/>
              </a:xfrm>
              <a:custGeom>
                <a:avLst/>
                <a:gdLst/>
                <a:ahLst/>
                <a:cxnLst/>
                <a:rect r="r" b="b" t="t" l="l"/>
                <a:pathLst>
                  <a:path w="32" h="263" stroke="true" fill="norm" extrusionOk="true">
                    <a:moveTo>
                      <a:pt x="20" y="263"/>
                    </a:moveTo>
                    <a:cubicBezTo>
                      <a:pt x="13" y="263"/>
                      <a:pt x="13" y="263"/>
                      <a:pt x="13" y="263"/>
                    </a:cubicBezTo>
                    <a:cubicBezTo>
                      <a:pt x="6" y="263"/>
                      <a:pt x="0" y="258"/>
                      <a:pt x="0" y="25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0"/>
                      <a:pt x="32" y="6"/>
                      <a:pt x="32" y="13"/>
                    </a:cubicBezTo>
                    <a:cubicBezTo>
                      <a:pt x="32" y="251"/>
                      <a:pt x="32" y="251"/>
                      <a:pt x="32" y="251"/>
                    </a:cubicBezTo>
                    <a:cubicBezTo>
                      <a:pt x="32" y="258"/>
                      <a:pt x="27" y="263"/>
                      <a:pt x="20" y="26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4" id="44"/>
              <p:cNvSpPr/>
              <p:nvPr/>
            </p:nvSpPr>
            <p:spPr>
              <a:xfrm>
                <a:off x="2639190" y="3354522"/>
                <a:ext cx="916535" cy="36145"/>
              </a:xfrm>
              <a:prstGeom prst="rect">
                <a:avLst/>
              </a:prstGeom>
              <a:solidFill>
                <a:srgbClr val="FCD69C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5" id="45"/>
              <p:cNvSpPr/>
              <p:nvPr/>
            </p:nvSpPr>
            <p:spPr>
              <a:xfrm>
                <a:off x="2639190" y="3484903"/>
                <a:ext cx="916535" cy="36145"/>
              </a:xfrm>
              <a:prstGeom prst="rect">
                <a:avLst/>
              </a:prstGeom>
              <a:solidFill>
                <a:srgbClr val="FCD69C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46" id="46"/>
              <p:cNvSpPr/>
              <p:nvPr/>
            </p:nvSpPr>
            <p:spPr>
              <a:xfrm>
                <a:off x="2639190" y="3420358"/>
                <a:ext cx="839082" cy="36145"/>
              </a:xfrm>
              <a:prstGeom prst="rect">
                <a:avLst/>
              </a:prstGeom>
              <a:solidFill>
                <a:srgbClr val="FCD69C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</p:grpSp>
      </p:grpSp>
    </p:spTree>
  </p:cSld>
  <p:clrMapOvr>
    <a:masterClrMapping/>
  </p:clrMapOvr>
  <p:transition spd="slow">
    <p:checker dir="horz"/>
  </p:transition>
  <p:timing>
    <p:tnLst>
      <p:par>
        <p:cTn id="8838" dur="indefinite" repeatCount="1000" spd="100%" accel="0%" decel="0%" restart="never" nodeType="tmRoot">
          <p:childTnLst>
            <p:seq concurrent="true" nextAc="seek">
              <p:cTn id="8839" dur="indefinite" repeatCount="1000" spd="100%" accel="0%" decel="0%" nodeType="mainSeq">
                <p:childTnLst>
                  <p:par>
                    <p:cTn id="8840" repeatCount="1000" spd="100%" accel="0%" decel="0%" fill="hold">
                      <p:stCondLst>
                        <p:cond delay="indefinite"/>
                        <p:cond evt="onBegin" delay="0">
                          <p:tn val="8839"/>
                        </p:cond>
                      </p:stCondLst>
                      <p:childTnLst>
                        <p:par>
                          <p:cTn id="884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842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43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44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4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847" presetID="3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linds(vertical)" transition="in">
                                      <p:cBhvr>
                                        <p:cTn id="8848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49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5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851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52" dur="2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53" dur="2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54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5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856" presetID="5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58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59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8857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6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862" presetID="5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down)" transition="in">
                                      <p:cBhvr>
                                        <p:cTn id="8863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6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866" presetID="1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68" dur="500" repeatCount="1000" spd="100%" accel="0%" decel="0%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>
                                        <p:cTn id="8867" dur="500" repeatCount="1000" spd="100%" accel="0%" decel="0%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7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8871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72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73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7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Installation and First Program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slow">
    <p:comb dir="horz"/>
  </p:transition>
  <p:timing>
    <p:tnLst>
      <p:par>
        <p:cTn id="10999" dur="indefinite" repeatCount="1000" spd="100%" accel="0%" decel="0%" restart="never" nodeType="tmRoot">
          <p:childTnLst>
            <p:seq concurrent="true" nextAc="seek">
              <p:cTn id="11000" dur="indefinite" repeatCount="1000" spd="100%" accel="0%" decel="0%" nodeType="mainSeq">
                <p:childTnLst>
                  <p:par>
                    <p:cTn id="11001" repeatCount="1000" spd="100%" accel="0%" decel="0%" fill="hold">
                      <p:stCondLst>
                        <p:cond delay="indefinite"/>
                        <p:cond evt="onBegin" delay="0">
                          <p:tn val="11000"/>
                        </p:cond>
                      </p:stCondLst>
                      <p:childTnLst>
                        <p:par>
                          <p:cTn id="1100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1003" presetID="2" presetClass="entr" presetSubtype="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04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05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0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1008" presetID="5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in">
                                      <p:cBhvr>
                                        <p:cTn id="11009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Setting Up Python Environment</a:t>
            </a:r>
          </a:p>
        </p:txBody>
      </p:sp>
      <p:sp>
        <p:nvSpPr>
          <p:cNvPr name="Freeform 3" id="3"/>
          <p:cNvSpPr/>
          <p:nvPr/>
        </p:nvSpPr>
        <p:spPr>
          <a:xfrm>
            <a:off x="5800090" y="1739900"/>
            <a:ext cx="3119522" cy="3378200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689100" y="0"/>
                </a:moveTo>
                <a:cubicBezTo>
                  <a:pt x="2272140" y="0"/>
                  <a:pt x="2786185" y="295405"/>
                  <a:pt x="3089728" y="744708"/>
                </a:cubicBezTo>
                <a:lnTo>
                  <a:pt x="3119522" y="793750"/>
                </a:lnTo>
                <a:lnTo>
                  <a:pt x="2303088" y="793750"/>
                </a:lnTo>
                <a:lnTo>
                  <a:pt x="2296249" y="788636"/>
                </a:lnTo>
                <a:cubicBezTo>
                  <a:pt x="2122935" y="671548"/>
                  <a:pt x="1914002" y="603178"/>
                  <a:pt x="1689100" y="603178"/>
                </a:cubicBezTo>
                <a:cubicBezTo>
                  <a:pt x="1089362" y="603178"/>
                  <a:pt x="603178" y="1089362"/>
                  <a:pt x="603178" y="1689100"/>
                </a:cubicBezTo>
                <a:cubicBezTo>
                  <a:pt x="603178" y="2288838"/>
                  <a:pt x="1089362" y="2775022"/>
                  <a:pt x="1689100" y="2775022"/>
                </a:cubicBezTo>
                <a:cubicBezTo>
                  <a:pt x="1914002" y="2775022"/>
                  <a:pt x="2122935" y="2706653"/>
                  <a:pt x="2296249" y="2589564"/>
                </a:cubicBezTo>
                <a:lnTo>
                  <a:pt x="2303088" y="2584450"/>
                </a:lnTo>
                <a:lnTo>
                  <a:pt x="3119522" y="2584450"/>
                </a:lnTo>
                <a:lnTo>
                  <a:pt x="3089728" y="2633492"/>
                </a:lnTo>
                <a:cubicBezTo>
                  <a:pt x="2786185" y="3082796"/>
                  <a:pt x="2272140" y="3378200"/>
                  <a:pt x="1689100" y="3378200"/>
                </a:cubicBezTo>
                <a:cubicBezTo>
                  <a:pt x="756236" y="3378200"/>
                  <a:pt x="0" y="2621964"/>
                  <a:pt x="0" y="1689100"/>
                </a:cubicBezTo>
                <a:cubicBezTo>
                  <a:pt x="0" y="756236"/>
                  <a:pt x="756236" y="0"/>
                  <a:pt x="1689100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3285088" y="1739900"/>
            <a:ext cx="3119522" cy="3378200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430422" y="0"/>
                </a:moveTo>
                <a:cubicBezTo>
                  <a:pt x="2363286" y="0"/>
                  <a:pt x="3119522" y="756236"/>
                  <a:pt x="3119522" y="1689100"/>
                </a:cubicBezTo>
                <a:cubicBezTo>
                  <a:pt x="3119522" y="2621964"/>
                  <a:pt x="2363286" y="3378200"/>
                  <a:pt x="1430422" y="3378200"/>
                </a:cubicBezTo>
                <a:cubicBezTo>
                  <a:pt x="847382" y="3378200"/>
                  <a:pt x="333337" y="3082796"/>
                  <a:pt x="29794" y="2633492"/>
                </a:cubicBezTo>
                <a:lnTo>
                  <a:pt x="0" y="2584450"/>
                </a:lnTo>
                <a:lnTo>
                  <a:pt x="816434" y="2584450"/>
                </a:lnTo>
                <a:lnTo>
                  <a:pt x="823273" y="2589564"/>
                </a:lnTo>
                <a:cubicBezTo>
                  <a:pt x="996587" y="2706653"/>
                  <a:pt x="1205520" y="2775022"/>
                  <a:pt x="1430422" y="2775022"/>
                </a:cubicBezTo>
                <a:cubicBezTo>
                  <a:pt x="2030160" y="2775022"/>
                  <a:pt x="2516344" y="2288838"/>
                  <a:pt x="2516344" y="1689100"/>
                </a:cubicBezTo>
                <a:cubicBezTo>
                  <a:pt x="2516344" y="1089362"/>
                  <a:pt x="2030160" y="603178"/>
                  <a:pt x="1430422" y="603178"/>
                </a:cubicBezTo>
                <a:cubicBezTo>
                  <a:pt x="1205520" y="603178"/>
                  <a:pt x="996587" y="671547"/>
                  <a:pt x="823273" y="788636"/>
                </a:cubicBezTo>
                <a:lnTo>
                  <a:pt x="816434" y="793750"/>
                </a:lnTo>
                <a:lnTo>
                  <a:pt x="0" y="793750"/>
                </a:lnTo>
                <a:lnTo>
                  <a:pt x="29794" y="744708"/>
                </a:lnTo>
                <a:cubicBezTo>
                  <a:pt x="333337" y="295405"/>
                  <a:pt x="847382" y="0"/>
                  <a:pt x="1430422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4180609" y="2931559"/>
            <a:ext cx="1072470" cy="901454"/>
          </a:xfrm>
          <a:custGeom>
            <a:avLst/>
            <a:gdLst/>
            <a:ahLst/>
            <a:cxnLst/>
            <a:rect r="r" b="b" t="t" l="l"/>
            <a:pathLst>
              <a:path w="607227" h="510399" stroke="true" fill="norm" extrusionOk="true">
                <a:moveTo>
                  <a:pt x="536415" y="12631"/>
                </a:moveTo>
                <a:cubicBezTo>
                  <a:pt x="543882" y="12631"/>
                  <a:pt x="551430" y="15467"/>
                  <a:pt x="557192" y="21221"/>
                </a:cubicBezTo>
                <a:lnTo>
                  <a:pt x="598584" y="62633"/>
                </a:lnTo>
                <a:cubicBezTo>
                  <a:pt x="610108" y="74059"/>
                  <a:pt x="610108" y="92618"/>
                  <a:pt x="598584" y="104044"/>
                </a:cubicBezTo>
                <a:lnTo>
                  <a:pt x="511175" y="191324"/>
                </a:lnTo>
                <a:lnTo>
                  <a:pt x="444948" y="257453"/>
                </a:lnTo>
                <a:lnTo>
                  <a:pt x="339441" y="362805"/>
                </a:lnTo>
                <a:lnTo>
                  <a:pt x="297968" y="404217"/>
                </a:lnTo>
                <a:cubicBezTo>
                  <a:pt x="292206" y="409971"/>
                  <a:pt x="284739" y="412807"/>
                  <a:pt x="277191" y="412807"/>
                </a:cubicBezTo>
                <a:cubicBezTo>
                  <a:pt x="269724" y="412807"/>
                  <a:pt x="262177" y="409971"/>
                  <a:pt x="256495" y="404217"/>
                </a:cubicBezTo>
                <a:lnTo>
                  <a:pt x="215023" y="362805"/>
                </a:lnTo>
                <a:lnTo>
                  <a:pt x="138814" y="286790"/>
                </a:lnTo>
                <a:cubicBezTo>
                  <a:pt x="127370" y="275363"/>
                  <a:pt x="127370" y="256805"/>
                  <a:pt x="138814" y="245378"/>
                </a:cubicBezTo>
                <a:lnTo>
                  <a:pt x="180286" y="203967"/>
                </a:lnTo>
                <a:cubicBezTo>
                  <a:pt x="186049" y="198213"/>
                  <a:pt x="193515" y="195376"/>
                  <a:pt x="201063" y="195376"/>
                </a:cubicBezTo>
                <a:cubicBezTo>
                  <a:pt x="208530" y="195376"/>
                  <a:pt x="215997" y="198213"/>
                  <a:pt x="221759" y="203967"/>
                </a:cubicBezTo>
                <a:lnTo>
                  <a:pt x="277191" y="259317"/>
                </a:lnTo>
                <a:lnTo>
                  <a:pt x="444948" y="91807"/>
                </a:lnTo>
                <a:lnTo>
                  <a:pt x="503951" y="32891"/>
                </a:lnTo>
                <a:lnTo>
                  <a:pt x="515719" y="21221"/>
                </a:lnTo>
                <a:cubicBezTo>
                  <a:pt x="521401" y="15467"/>
                  <a:pt x="528949" y="12631"/>
                  <a:pt x="536415" y="12631"/>
                </a:cubicBezTo>
                <a:close/>
                <a:moveTo>
                  <a:pt x="61847" y="0"/>
                </a:moveTo>
                <a:lnTo>
                  <a:pt x="449328" y="0"/>
                </a:lnTo>
                <a:cubicBezTo>
                  <a:pt x="465804" y="0"/>
                  <a:pt x="480738" y="6483"/>
                  <a:pt x="491858" y="17019"/>
                </a:cubicBezTo>
                <a:lnTo>
                  <a:pt x="442591" y="66130"/>
                </a:lnTo>
                <a:lnTo>
                  <a:pt x="66230" y="66130"/>
                </a:lnTo>
                <a:lnTo>
                  <a:pt x="66230" y="444269"/>
                </a:lnTo>
                <a:lnTo>
                  <a:pt x="444945" y="444269"/>
                </a:lnTo>
                <a:lnTo>
                  <a:pt x="444945" y="285590"/>
                </a:lnTo>
                <a:lnTo>
                  <a:pt x="511175" y="219460"/>
                </a:lnTo>
                <a:lnTo>
                  <a:pt x="511175" y="448645"/>
                </a:lnTo>
                <a:cubicBezTo>
                  <a:pt x="511175" y="482683"/>
                  <a:pt x="483417" y="510399"/>
                  <a:pt x="449328" y="510399"/>
                </a:cubicBezTo>
                <a:lnTo>
                  <a:pt x="61847" y="510399"/>
                </a:lnTo>
                <a:cubicBezTo>
                  <a:pt x="27758" y="510399"/>
                  <a:pt x="0" y="482683"/>
                  <a:pt x="0" y="448645"/>
                </a:cubicBezTo>
                <a:lnTo>
                  <a:pt x="0" y="61673"/>
                </a:lnTo>
                <a:cubicBezTo>
                  <a:pt x="0" y="27635"/>
                  <a:pt x="27758" y="0"/>
                  <a:pt x="6184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6925515" y="2805198"/>
            <a:ext cx="1221690" cy="1194162"/>
          </a:xfrm>
          <a:custGeom>
            <a:avLst/>
            <a:gdLst/>
            <a:ahLst/>
            <a:cxnLst/>
            <a:rect r="r" b="b" t="t" l="l"/>
            <a:pathLst>
              <a:path w="607933" h="594235" stroke="true" fill="norm" extrusionOk="true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>
              <a:lumMod val="50000"/>
            </a:srgb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>
            <a:off x="8327322" y="3080581"/>
            <a:ext cx="3197290" cy="187974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Install VS Code, add Python extension. Create workspace folder, open terminal in VS Code for seamless coding and debugging.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8327322" y="2515316"/>
            <a:ext cx="3197290" cy="584775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Configuring VS Code IDE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68337" y="3083228"/>
            <a:ext cx="3235843" cy="187974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Download latest Python from official site. Install with "Add to PATH" option for command-line access. Verify via terminal with `python --version`.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668337" y="2515316"/>
            <a:ext cx="3235843" cy="584775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Downloading and Installing Python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2550" dur="indefinite" repeatCount="1000" spd="100%" accel="0%" decel="0%" restart="never" nodeType="tmRoot">
          <p:childTnLst>
            <p:seq concurrent="true" nextAc="seek">
              <p:cTn id="12551" dur="indefinite" repeatCount="1000" spd="100%" accel="0%" decel="0%" nodeType="mainSeq">
                <p:childTnLst>
                  <p:par>
                    <p:cTn id="12552" repeatCount="1000" spd="100%" accel="0%" decel="0%" fill="hold">
                      <p:stCondLst>
                        <p:cond delay="indefinite"/>
                        <p:cond evt="onBegin" delay="0">
                          <p:tn val="12551"/>
                        </p:cond>
                      </p:stCondLst>
                      <p:childTnLst>
                        <p:par>
                          <p:cTn id="1255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554" presetID="14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randombar(vertical)" transition="in">
                                      <p:cBhvr>
                                        <p:cTn id="12555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5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5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558" presetID="1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559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60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61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#ppt_x+(cos(-2*pi*(1-$))*-#ppt_x-sin(-2*pi*(1-$))*(1-#ppt_y))*(1-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62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+(sin(-2*pi*(1-$))*-#ppt_x+cos(-2*pi*(1-$))*(1-#ppt_y))*(1-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6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6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565" presetID="23" presetClass="entr" presetSubtype="3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566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67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68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69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7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572" presetID="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73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74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7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7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2577" presetID="22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down)" transition="in">
                                      <p:cBhvr>
                                        <p:cTn id="12578" dur="5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7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Writing Your Hello World Program</a:t>
            </a:r>
          </a:p>
        </p:txBody>
      </p:sp>
      <p:cxnSp>
        <p:nvCxnSpPr>
          <p:cNvPr name="Connector 3" id="3"/>
          <p:cNvCxnSpPr/>
          <p:nvPr/>
        </p:nvCxnSpPr>
        <p:spPr>
          <a:xfrm>
            <a:off x="4685691" y="1142123"/>
            <a:ext cx="0" cy="5001502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grpSp>
        <p:nvGrpSpPr>
          <p:cNvPr name="Group 4" id="4"/>
          <p:cNvGrpSpPr/>
          <p:nvPr/>
        </p:nvGrpSpPr>
        <p:grpSpPr>
          <a:xfrm>
            <a:off x="5732685" y="2060849"/>
            <a:ext cx="1802879" cy="1165378"/>
            <a:chOff x="968009" y="2060849"/>
            <a:chExt cx="1802879" cy="1165378"/>
          </a:xfrm>
        </p:grpSpPr>
        <p:sp>
          <p:nvSpPr>
            <p:cNvPr name="Freeform 5" id="5"/>
            <p:cNvSpPr/>
            <p:nvPr/>
          </p:nvSpPr>
          <p:spPr>
            <a:xfrm>
              <a:off x="1357821" y="3114156"/>
              <a:ext cx="775563" cy="112071"/>
            </a:xfrm>
            <a:custGeom>
              <a:avLst/>
              <a:gdLst/>
              <a:ahLst/>
              <a:cxnLst/>
              <a:rect r="r" b="b" t="t" l="l"/>
              <a:pathLst>
                <a:path w="19679" h="19679" stroke="true" fill="norm" extrusionOk="true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solidFill>
              <a:srgbClr val="53585F">
                <a:alpha val="26889"/>
              </a:srgbClr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968009" y="2060849"/>
              <a:ext cx="1165375" cy="1165378"/>
            </a:xfrm>
            <a:custGeom>
              <a:avLst/>
              <a:gdLst/>
              <a:ahLst/>
              <a:cxnLst/>
              <a:rect r="r" b="b" t="t" l="l"/>
              <a:pathLst>
                <a:path w="20090" h="20595" stroke="true" fill="norm" extrusionOk="true">
                  <a:moveTo>
                    <a:pt x="10048" y="0"/>
                  </a:moveTo>
                  <a:cubicBezTo>
                    <a:pt x="7476" y="0"/>
                    <a:pt x="4905" y="1002"/>
                    <a:pt x="2943" y="3012"/>
                  </a:cubicBezTo>
                  <a:cubicBezTo>
                    <a:pt x="-981" y="7034"/>
                    <a:pt x="-981" y="13557"/>
                    <a:pt x="2943" y="17578"/>
                  </a:cubicBezTo>
                  <a:cubicBezTo>
                    <a:pt x="6867" y="21599"/>
                    <a:pt x="13229" y="21599"/>
                    <a:pt x="17153" y="17578"/>
                  </a:cubicBezTo>
                  <a:cubicBezTo>
                    <a:pt x="19748" y="14919"/>
                    <a:pt x="20618" y="11168"/>
                    <a:pt x="19782" y="7768"/>
                  </a:cubicBezTo>
                  <a:cubicBezTo>
                    <a:pt x="18191" y="8614"/>
                    <a:pt x="16192" y="8372"/>
                    <a:pt x="14857" y="7004"/>
                  </a:cubicBezTo>
                  <a:cubicBezTo>
                    <a:pt x="13287" y="5395"/>
                    <a:pt x="13228" y="2841"/>
                    <a:pt x="14647" y="1140"/>
                  </a:cubicBezTo>
                  <a:cubicBezTo>
                    <a:pt x="13208" y="380"/>
                    <a:pt x="11629" y="0"/>
                    <a:pt x="10048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1893812" y="2099830"/>
              <a:ext cx="877076" cy="343523"/>
            </a:xfrm>
            <a:custGeom>
              <a:avLst/>
              <a:gdLst/>
              <a:ahLst/>
              <a:cxnLst/>
              <a:rect r="r" b="b" t="t" l="l"/>
              <a:pathLst>
                <a:path w="21600" h="21600" stroke="true" fill="norm" extrusionOk="true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</p:spPr>
          <p:txBody>
            <a:bodyPr vert="horz" anchor="ctr" wrap="square" tIns="45720" lIns="91440" bIns="45720" rIns="91440">
              <a:normAutofit/>
            </a:bodyPr>
            <a:p>
              <a:pPr algn="l" indent="0" marL="0"/>
              <a:r>
                <a:rPr lang="en-US" b="true" i="false" sz="1800" baseline="0" u="none">
                  <a:solidFill>
                    <a:schemeClr val="accent1"/>
                  </a:solidFill>
                  <a:latin typeface="微软雅黑"/>
                  <a:ea typeface="微软雅黑"/>
                </a:rPr>
                <a:t>01</a:t>
              </a:r>
            </a:p>
          </p:txBody>
        </p:sp>
        <p:sp>
          <p:nvSpPr>
            <p:cNvPr name="Freeform 8" id="8"/>
            <p:cNvSpPr/>
            <p:nvPr/>
          </p:nvSpPr>
          <p:spPr>
            <a:xfrm>
              <a:off x="1378448" y="2464468"/>
              <a:ext cx="344495" cy="358139"/>
            </a:xfrm>
            <a:custGeom>
              <a:avLst/>
              <a:gdLst/>
              <a:ahLst/>
              <a:cxnLst/>
              <a:rect r="r" b="b" t="t" l="l"/>
              <a:pathLst>
                <a:path w="584423" h="607568" stroke="true" fill="norm" extrusionOk="true">
                  <a:moveTo>
                    <a:pt x="466115" y="268189"/>
                  </a:moveTo>
                  <a:cubicBezTo>
                    <a:pt x="470571" y="266808"/>
                    <a:pt x="475334" y="267575"/>
                    <a:pt x="479022" y="270337"/>
                  </a:cubicBezTo>
                  <a:lnTo>
                    <a:pt x="502991" y="288288"/>
                  </a:lnTo>
                  <a:lnTo>
                    <a:pt x="527113" y="270337"/>
                  </a:lnTo>
                  <a:cubicBezTo>
                    <a:pt x="530647" y="267575"/>
                    <a:pt x="535410" y="266808"/>
                    <a:pt x="539866" y="268189"/>
                  </a:cubicBezTo>
                  <a:cubicBezTo>
                    <a:pt x="539866" y="268189"/>
                    <a:pt x="551850" y="271871"/>
                    <a:pt x="552004" y="271871"/>
                  </a:cubicBezTo>
                  <a:cubicBezTo>
                    <a:pt x="571363" y="278315"/>
                    <a:pt x="584423" y="296420"/>
                    <a:pt x="584423" y="316826"/>
                  </a:cubicBezTo>
                  <a:lnTo>
                    <a:pt x="584423" y="389092"/>
                  </a:lnTo>
                  <a:cubicBezTo>
                    <a:pt x="584423" y="391854"/>
                    <a:pt x="583655" y="394615"/>
                    <a:pt x="582118" y="396917"/>
                  </a:cubicBezTo>
                  <a:lnTo>
                    <a:pt x="557842" y="433894"/>
                  </a:lnTo>
                  <a:lnTo>
                    <a:pt x="557842" y="530708"/>
                  </a:lnTo>
                  <a:cubicBezTo>
                    <a:pt x="557842" y="538686"/>
                    <a:pt x="551389" y="544977"/>
                    <a:pt x="543553" y="544977"/>
                  </a:cubicBezTo>
                  <a:lnTo>
                    <a:pt x="462428" y="544977"/>
                  </a:lnTo>
                  <a:cubicBezTo>
                    <a:pt x="454592" y="544977"/>
                    <a:pt x="448139" y="538686"/>
                    <a:pt x="448139" y="530708"/>
                  </a:cubicBezTo>
                  <a:lnTo>
                    <a:pt x="448139" y="433894"/>
                  </a:lnTo>
                  <a:lnTo>
                    <a:pt x="423863" y="396917"/>
                  </a:lnTo>
                  <a:cubicBezTo>
                    <a:pt x="422326" y="394615"/>
                    <a:pt x="421558" y="391854"/>
                    <a:pt x="421558" y="389092"/>
                  </a:cubicBezTo>
                  <a:lnTo>
                    <a:pt x="421558" y="316826"/>
                  </a:lnTo>
                  <a:cubicBezTo>
                    <a:pt x="421558" y="296420"/>
                    <a:pt x="434618" y="278315"/>
                    <a:pt x="453977" y="271871"/>
                  </a:cubicBezTo>
                  <a:cubicBezTo>
                    <a:pt x="454131" y="271871"/>
                    <a:pt x="466115" y="268189"/>
                    <a:pt x="466115" y="268189"/>
                  </a:cubicBezTo>
                  <a:close/>
                  <a:moveTo>
                    <a:pt x="44557" y="268189"/>
                  </a:moveTo>
                  <a:cubicBezTo>
                    <a:pt x="49013" y="266808"/>
                    <a:pt x="53776" y="267575"/>
                    <a:pt x="57310" y="270337"/>
                  </a:cubicBezTo>
                  <a:lnTo>
                    <a:pt x="81432" y="288288"/>
                  </a:lnTo>
                  <a:lnTo>
                    <a:pt x="105401" y="270337"/>
                  </a:lnTo>
                  <a:cubicBezTo>
                    <a:pt x="109089" y="267575"/>
                    <a:pt x="113852" y="266808"/>
                    <a:pt x="118308" y="268189"/>
                  </a:cubicBezTo>
                  <a:cubicBezTo>
                    <a:pt x="118308" y="268189"/>
                    <a:pt x="130292" y="271871"/>
                    <a:pt x="130446" y="271871"/>
                  </a:cubicBezTo>
                  <a:cubicBezTo>
                    <a:pt x="149805" y="278315"/>
                    <a:pt x="162865" y="296420"/>
                    <a:pt x="162865" y="316826"/>
                  </a:cubicBezTo>
                  <a:lnTo>
                    <a:pt x="162865" y="389092"/>
                  </a:lnTo>
                  <a:cubicBezTo>
                    <a:pt x="162865" y="391854"/>
                    <a:pt x="162097" y="394615"/>
                    <a:pt x="160560" y="396917"/>
                  </a:cubicBezTo>
                  <a:lnTo>
                    <a:pt x="136284" y="433894"/>
                  </a:lnTo>
                  <a:lnTo>
                    <a:pt x="136284" y="530708"/>
                  </a:lnTo>
                  <a:cubicBezTo>
                    <a:pt x="136284" y="538686"/>
                    <a:pt x="129831" y="544977"/>
                    <a:pt x="121995" y="544977"/>
                  </a:cubicBezTo>
                  <a:lnTo>
                    <a:pt x="40870" y="544977"/>
                  </a:lnTo>
                  <a:cubicBezTo>
                    <a:pt x="33034" y="544977"/>
                    <a:pt x="26581" y="538686"/>
                    <a:pt x="26581" y="530708"/>
                  </a:cubicBezTo>
                  <a:lnTo>
                    <a:pt x="26581" y="433894"/>
                  </a:lnTo>
                  <a:lnTo>
                    <a:pt x="2305" y="396917"/>
                  </a:lnTo>
                  <a:cubicBezTo>
                    <a:pt x="768" y="394615"/>
                    <a:pt x="0" y="391854"/>
                    <a:pt x="0" y="389092"/>
                  </a:cubicBezTo>
                  <a:lnTo>
                    <a:pt x="0" y="316826"/>
                  </a:lnTo>
                  <a:cubicBezTo>
                    <a:pt x="0" y="296420"/>
                    <a:pt x="13060" y="278315"/>
                    <a:pt x="32419" y="271871"/>
                  </a:cubicBezTo>
                  <a:cubicBezTo>
                    <a:pt x="32573" y="271871"/>
                    <a:pt x="44557" y="268189"/>
                    <a:pt x="44557" y="268189"/>
                  </a:cubicBezTo>
                  <a:close/>
                  <a:moveTo>
                    <a:pt x="283757" y="227644"/>
                  </a:moveTo>
                  <a:lnTo>
                    <a:pt x="300667" y="227644"/>
                  </a:lnTo>
                  <a:cubicBezTo>
                    <a:pt x="302973" y="227644"/>
                    <a:pt x="305126" y="228565"/>
                    <a:pt x="306663" y="230253"/>
                  </a:cubicBezTo>
                  <a:cubicBezTo>
                    <a:pt x="309123" y="232861"/>
                    <a:pt x="309430" y="236544"/>
                    <a:pt x="307739" y="239459"/>
                  </a:cubicBezTo>
                  <a:lnTo>
                    <a:pt x="298669" y="252962"/>
                  </a:lnTo>
                  <a:lnTo>
                    <a:pt x="302973" y="288561"/>
                  </a:lnTo>
                  <a:lnTo>
                    <a:pt x="294672" y="310810"/>
                  </a:lnTo>
                  <a:cubicBezTo>
                    <a:pt x="293749" y="312958"/>
                    <a:pt x="290675" y="312958"/>
                    <a:pt x="289752" y="310810"/>
                  </a:cubicBezTo>
                  <a:lnTo>
                    <a:pt x="281451" y="288561"/>
                  </a:lnTo>
                  <a:lnTo>
                    <a:pt x="285755" y="252962"/>
                  </a:lnTo>
                  <a:lnTo>
                    <a:pt x="276685" y="239459"/>
                  </a:lnTo>
                  <a:cubicBezTo>
                    <a:pt x="274994" y="236544"/>
                    <a:pt x="275302" y="232861"/>
                    <a:pt x="277761" y="230253"/>
                  </a:cubicBezTo>
                  <a:cubicBezTo>
                    <a:pt x="279299" y="228565"/>
                    <a:pt x="281451" y="227644"/>
                    <a:pt x="283757" y="227644"/>
                  </a:cubicBezTo>
                  <a:close/>
                  <a:moveTo>
                    <a:pt x="243694" y="226776"/>
                  </a:moveTo>
                  <a:cubicBezTo>
                    <a:pt x="245999" y="226776"/>
                    <a:pt x="248150" y="228157"/>
                    <a:pt x="248918" y="230304"/>
                  </a:cubicBezTo>
                  <a:lnTo>
                    <a:pt x="285947" y="331870"/>
                  </a:lnTo>
                  <a:cubicBezTo>
                    <a:pt x="288098" y="337700"/>
                    <a:pt x="296395" y="337700"/>
                    <a:pt x="298546" y="331870"/>
                  </a:cubicBezTo>
                  <a:lnTo>
                    <a:pt x="335575" y="230304"/>
                  </a:lnTo>
                  <a:cubicBezTo>
                    <a:pt x="336651" y="227543"/>
                    <a:pt x="339570" y="226162"/>
                    <a:pt x="342336" y="226929"/>
                  </a:cubicBezTo>
                  <a:lnTo>
                    <a:pt x="360005" y="232299"/>
                  </a:lnTo>
                  <a:lnTo>
                    <a:pt x="360005" y="232452"/>
                  </a:lnTo>
                  <a:cubicBezTo>
                    <a:pt x="382438" y="239663"/>
                    <a:pt x="397495" y="260528"/>
                    <a:pt x="397495" y="284002"/>
                  </a:cubicBezTo>
                  <a:lnTo>
                    <a:pt x="397495" y="391704"/>
                  </a:lnTo>
                  <a:cubicBezTo>
                    <a:pt x="397495" y="392778"/>
                    <a:pt x="397188" y="393852"/>
                    <a:pt x="396573" y="394619"/>
                  </a:cubicBezTo>
                  <a:lnTo>
                    <a:pt x="358008" y="453379"/>
                  </a:lnTo>
                  <a:lnTo>
                    <a:pt x="358008" y="602045"/>
                  </a:lnTo>
                  <a:cubicBezTo>
                    <a:pt x="358008" y="605113"/>
                    <a:pt x="355549" y="607568"/>
                    <a:pt x="352476" y="607568"/>
                  </a:cubicBezTo>
                  <a:lnTo>
                    <a:pt x="232017" y="607568"/>
                  </a:lnTo>
                  <a:cubicBezTo>
                    <a:pt x="228944" y="607568"/>
                    <a:pt x="226485" y="605113"/>
                    <a:pt x="226485" y="602045"/>
                  </a:cubicBezTo>
                  <a:lnTo>
                    <a:pt x="226485" y="453379"/>
                  </a:lnTo>
                  <a:lnTo>
                    <a:pt x="187920" y="394619"/>
                  </a:lnTo>
                  <a:cubicBezTo>
                    <a:pt x="187305" y="393852"/>
                    <a:pt x="186998" y="392778"/>
                    <a:pt x="186998" y="391704"/>
                  </a:cubicBezTo>
                  <a:lnTo>
                    <a:pt x="186998" y="284309"/>
                  </a:lnTo>
                  <a:cubicBezTo>
                    <a:pt x="186998" y="260682"/>
                    <a:pt x="202055" y="239817"/>
                    <a:pt x="224488" y="232299"/>
                  </a:cubicBezTo>
                  <a:cubicBezTo>
                    <a:pt x="224488" y="232299"/>
                    <a:pt x="243233" y="226776"/>
                    <a:pt x="243694" y="226776"/>
                  </a:cubicBezTo>
                  <a:close/>
                  <a:moveTo>
                    <a:pt x="503026" y="160466"/>
                  </a:moveTo>
                  <a:cubicBezTo>
                    <a:pt x="529508" y="160466"/>
                    <a:pt x="550975" y="181870"/>
                    <a:pt x="550975" y="208274"/>
                  </a:cubicBezTo>
                  <a:cubicBezTo>
                    <a:pt x="550975" y="234678"/>
                    <a:pt x="529508" y="256082"/>
                    <a:pt x="503026" y="256082"/>
                  </a:cubicBezTo>
                  <a:cubicBezTo>
                    <a:pt x="476544" y="256082"/>
                    <a:pt x="455077" y="234678"/>
                    <a:pt x="455077" y="208274"/>
                  </a:cubicBezTo>
                  <a:cubicBezTo>
                    <a:pt x="455077" y="181870"/>
                    <a:pt x="476544" y="160466"/>
                    <a:pt x="503026" y="160466"/>
                  </a:cubicBezTo>
                  <a:close/>
                  <a:moveTo>
                    <a:pt x="81397" y="160466"/>
                  </a:moveTo>
                  <a:cubicBezTo>
                    <a:pt x="107879" y="160466"/>
                    <a:pt x="129346" y="181870"/>
                    <a:pt x="129346" y="208274"/>
                  </a:cubicBezTo>
                  <a:cubicBezTo>
                    <a:pt x="129346" y="234678"/>
                    <a:pt x="107879" y="256082"/>
                    <a:pt x="81397" y="256082"/>
                  </a:cubicBezTo>
                  <a:cubicBezTo>
                    <a:pt x="54915" y="256082"/>
                    <a:pt x="33448" y="234678"/>
                    <a:pt x="33448" y="208274"/>
                  </a:cubicBezTo>
                  <a:cubicBezTo>
                    <a:pt x="33448" y="181870"/>
                    <a:pt x="54915" y="160466"/>
                    <a:pt x="81397" y="160466"/>
                  </a:cubicBezTo>
                  <a:close/>
                  <a:moveTo>
                    <a:pt x="292212" y="79174"/>
                  </a:moveTo>
                  <a:cubicBezTo>
                    <a:pt x="326313" y="79174"/>
                    <a:pt x="353957" y="106786"/>
                    <a:pt x="353957" y="140848"/>
                  </a:cubicBezTo>
                  <a:cubicBezTo>
                    <a:pt x="353957" y="174910"/>
                    <a:pt x="326313" y="202522"/>
                    <a:pt x="292212" y="202522"/>
                  </a:cubicBezTo>
                  <a:cubicBezTo>
                    <a:pt x="258111" y="202522"/>
                    <a:pt x="230467" y="174910"/>
                    <a:pt x="230467" y="140848"/>
                  </a:cubicBezTo>
                  <a:cubicBezTo>
                    <a:pt x="230467" y="106786"/>
                    <a:pt x="258111" y="79174"/>
                    <a:pt x="292212" y="79174"/>
                  </a:cubicBezTo>
                  <a:close/>
                  <a:moveTo>
                    <a:pt x="292212" y="0"/>
                  </a:moveTo>
                  <a:cubicBezTo>
                    <a:pt x="376247" y="0"/>
                    <a:pt x="453677" y="38346"/>
                    <a:pt x="504683" y="105068"/>
                  </a:cubicBezTo>
                  <a:cubicBezTo>
                    <a:pt x="509906" y="111817"/>
                    <a:pt x="508523" y="121481"/>
                    <a:pt x="501764" y="126542"/>
                  </a:cubicBezTo>
                  <a:cubicBezTo>
                    <a:pt x="498998" y="128690"/>
                    <a:pt x="495772" y="129610"/>
                    <a:pt x="492546" y="129610"/>
                  </a:cubicBezTo>
                  <a:cubicBezTo>
                    <a:pt x="487937" y="129610"/>
                    <a:pt x="483328" y="127616"/>
                    <a:pt x="480409" y="123628"/>
                  </a:cubicBezTo>
                  <a:cubicBezTo>
                    <a:pt x="435088" y="64575"/>
                    <a:pt x="366569" y="30677"/>
                    <a:pt x="292212" y="30677"/>
                  </a:cubicBezTo>
                  <a:cubicBezTo>
                    <a:pt x="217854" y="30677"/>
                    <a:pt x="149335" y="64575"/>
                    <a:pt x="104014" y="123628"/>
                  </a:cubicBezTo>
                  <a:cubicBezTo>
                    <a:pt x="98944" y="130377"/>
                    <a:pt x="89265" y="131604"/>
                    <a:pt x="82659" y="126542"/>
                  </a:cubicBezTo>
                  <a:cubicBezTo>
                    <a:pt x="75900" y="121481"/>
                    <a:pt x="74517" y="111817"/>
                    <a:pt x="79740" y="105068"/>
                  </a:cubicBezTo>
                  <a:cubicBezTo>
                    <a:pt x="130746" y="38346"/>
                    <a:pt x="208176" y="0"/>
                    <a:pt x="29221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9" id="9"/>
          <p:cNvSpPr txBox="true"/>
          <p:nvPr/>
        </p:nvSpPr>
        <p:spPr>
          <a:xfrm>
            <a:off x="4980011" y="3895651"/>
            <a:ext cx="2769377" cy="296234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Use `print("Hello World")` in a .py file. Indentation defines code blocks—no braces needed. Run with `python filename.py`.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964922" y="3155876"/>
            <a:ext cx="2769377" cy="830997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Basic Syntax Rules</a:t>
            </a:r>
            <a:endParaRPr lang="en-US" sz="1100"/>
          </a:p>
        </p:txBody>
      </p:sp>
      <p:grpSp>
        <p:nvGrpSpPr>
          <p:cNvPr name="Group 11" id="11"/>
          <p:cNvGrpSpPr/>
          <p:nvPr/>
        </p:nvGrpSpPr>
        <p:grpSpPr>
          <a:xfrm>
            <a:off x="9275985" y="2060849"/>
            <a:ext cx="1802879" cy="1165378"/>
            <a:chOff x="968009" y="2060849"/>
            <a:chExt cx="1802879" cy="1165378"/>
          </a:xfrm>
        </p:grpSpPr>
        <p:sp>
          <p:nvSpPr>
            <p:cNvPr name="Freeform 12" id="12"/>
            <p:cNvSpPr/>
            <p:nvPr/>
          </p:nvSpPr>
          <p:spPr>
            <a:xfrm>
              <a:off x="1357821" y="3114156"/>
              <a:ext cx="775563" cy="112071"/>
            </a:xfrm>
            <a:custGeom>
              <a:avLst/>
              <a:gdLst/>
              <a:ahLst/>
              <a:cxnLst/>
              <a:rect r="r" b="b" t="t" l="l"/>
              <a:pathLst>
                <a:path w="19679" h="19679" stroke="true" fill="norm" extrusionOk="true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solidFill>
              <a:srgbClr val="53585F">
                <a:alpha val="26889"/>
              </a:srgbClr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968009" y="2060849"/>
              <a:ext cx="1165375" cy="1165378"/>
            </a:xfrm>
            <a:custGeom>
              <a:avLst/>
              <a:gdLst/>
              <a:ahLst/>
              <a:cxnLst/>
              <a:rect r="r" b="b" t="t" l="l"/>
              <a:pathLst>
                <a:path w="20090" h="20595" stroke="true" fill="norm" extrusionOk="true">
                  <a:moveTo>
                    <a:pt x="10048" y="0"/>
                  </a:moveTo>
                  <a:cubicBezTo>
                    <a:pt x="7476" y="0"/>
                    <a:pt x="4905" y="1002"/>
                    <a:pt x="2943" y="3012"/>
                  </a:cubicBezTo>
                  <a:cubicBezTo>
                    <a:pt x="-981" y="7034"/>
                    <a:pt x="-981" y="13557"/>
                    <a:pt x="2943" y="17578"/>
                  </a:cubicBezTo>
                  <a:cubicBezTo>
                    <a:pt x="6867" y="21599"/>
                    <a:pt x="13229" y="21599"/>
                    <a:pt x="17153" y="17578"/>
                  </a:cubicBezTo>
                  <a:cubicBezTo>
                    <a:pt x="19748" y="14919"/>
                    <a:pt x="20618" y="11168"/>
                    <a:pt x="19782" y="7768"/>
                  </a:cubicBezTo>
                  <a:cubicBezTo>
                    <a:pt x="18191" y="8614"/>
                    <a:pt x="16192" y="8372"/>
                    <a:pt x="14857" y="7004"/>
                  </a:cubicBezTo>
                  <a:cubicBezTo>
                    <a:pt x="13287" y="5395"/>
                    <a:pt x="13228" y="2841"/>
                    <a:pt x="14647" y="1140"/>
                  </a:cubicBezTo>
                  <a:cubicBezTo>
                    <a:pt x="13208" y="380"/>
                    <a:pt x="11629" y="0"/>
                    <a:pt x="10048" y="0"/>
                  </a:cubicBezTo>
                  <a:close/>
                </a:path>
              </a:pathLst>
            </a:custGeom>
            <a:solidFill>
              <a:schemeClr val="accent2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4" id="14"/>
            <p:cNvSpPr/>
            <p:nvPr/>
          </p:nvSpPr>
          <p:spPr>
            <a:xfrm>
              <a:off x="1893812" y="2099830"/>
              <a:ext cx="877076" cy="343523"/>
            </a:xfrm>
            <a:custGeom>
              <a:avLst/>
              <a:gdLst/>
              <a:ahLst/>
              <a:cxnLst/>
              <a:rect r="r" b="b" t="t" l="l"/>
              <a:pathLst>
                <a:path w="21600" h="21600" stroke="true" fill="norm" extrusionOk="true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</p:spPr>
          <p:txBody>
            <a:bodyPr vert="horz" anchor="ctr" wrap="square" tIns="45720" lIns="91440" bIns="45720" rIns="91440">
              <a:normAutofit/>
            </a:bodyPr>
            <a:p>
              <a:pPr algn="l" indent="0" marL="0"/>
              <a:r>
                <a:rPr lang="en-US" b="true" i="false" sz="1800" baseline="0" u="none">
                  <a:solidFill>
                    <a:schemeClr val="accent2"/>
                  </a:solidFill>
                  <a:latin typeface="微软雅黑"/>
                  <a:ea typeface="微软雅黑"/>
                </a:rPr>
                <a:t>02</a:t>
              </a:r>
            </a:p>
          </p:txBody>
        </p:sp>
        <p:sp>
          <p:nvSpPr>
            <p:cNvPr name="Freeform 15" id="15"/>
            <p:cNvSpPr/>
            <p:nvPr/>
          </p:nvSpPr>
          <p:spPr>
            <a:xfrm>
              <a:off x="1371627" y="2470686"/>
              <a:ext cx="358139" cy="345703"/>
            </a:xfrm>
            <a:custGeom>
              <a:avLst/>
              <a:gdLst/>
              <a:ahLst/>
              <a:cxnLst/>
              <a:rect r="r" b="b" t="t" l="l"/>
              <a:pathLst>
                <a:path w="603618" h="582659" stroke="true" fill="norm" extrusionOk="true">
                  <a:moveTo>
                    <a:pt x="147225" y="418175"/>
                  </a:moveTo>
                  <a:cubicBezTo>
                    <a:pt x="141372" y="420123"/>
                    <a:pt x="135519" y="422221"/>
                    <a:pt x="129666" y="424618"/>
                  </a:cubicBezTo>
                  <a:cubicBezTo>
                    <a:pt x="138970" y="431959"/>
                    <a:pt x="148875" y="438552"/>
                    <a:pt x="159231" y="444246"/>
                  </a:cubicBezTo>
                  <a:cubicBezTo>
                    <a:pt x="155179" y="436604"/>
                    <a:pt x="151277" y="428364"/>
                    <a:pt x="147225" y="418175"/>
                  </a:cubicBezTo>
                  <a:close/>
                  <a:moveTo>
                    <a:pt x="235619" y="400345"/>
                  </a:moveTo>
                  <a:cubicBezTo>
                    <a:pt x="222413" y="401244"/>
                    <a:pt x="209206" y="402893"/>
                    <a:pt x="196149" y="405440"/>
                  </a:cubicBezTo>
                  <a:cubicBezTo>
                    <a:pt x="204704" y="425367"/>
                    <a:pt x="217910" y="448740"/>
                    <a:pt x="235619" y="461476"/>
                  </a:cubicBezTo>
                  <a:close/>
                  <a:moveTo>
                    <a:pt x="453241" y="335186"/>
                  </a:moveTo>
                  <a:lnTo>
                    <a:pt x="453241" y="501720"/>
                  </a:lnTo>
                  <a:cubicBezTo>
                    <a:pt x="444386" y="501720"/>
                    <a:pt x="427728" y="490488"/>
                    <a:pt x="410469" y="458889"/>
                  </a:cubicBezTo>
                  <a:cubicBezTo>
                    <a:pt x="395161" y="431033"/>
                    <a:pt x="383605" y="394791"/>
                    <a:pt x="379853" y="363192"/>
                  </a:cubicBezTo>
                  <a:close/>
                  <a:moveTo>
                    <a:pt x="453242" y="304902"/>
                  </a:moveTo>
                  <a:cubicBezTo>
                    <a:pt x="450390" y="304902"/>
                    <a:pt x="447389" y="305351"/>
                    <a:pt x="444688" y="306400"/>
                  </a:cubicBezTo>
                  <a:lnTo>
                    <a:pt x="364853" y="336813"/>
                  </a:lnTo>
                  <a:cubicBezTo>
                    <a:pt x="354799" y="340708"/>
                    <a:pt x="348496" y="350896"/>
                    <a:pt x="349547" y="361682"/>
                  </a:cubicBezTo>
                  <a:cubicBezTo>
                    <a:pt x="356450" y="432395"/>
                    <a:pt x="400119" y="531722"/>
                    <a:pt x="453242" y="531722"/>
                  </a:cubicBezTo>
                  <a:cubicBezTo>
                    <a:pt x="506364" y="531722"/>
                    <a:pt x="550033" y="432395"/>
                    <a:pt x="556936" y="361682"/>
                  </a:cubicBezTo>
                  <a:cubicBezTo>
                    <a:pt x="558137" y="350896"/>
                    <a:pt x="551834" y="340708"/>
                    <a:pt x="541630" y="336813"/>
                  </a:cubicBezTo>
                  <a:lnTo>
                    <a:pt x="461795" y="306400"/>
                  </a:lnTo>
                  <a:cubicBezTo>
                    <a:pt x="459094" y="305351"/>
                    <a:pt x="456093" y="304902"/>
                    <a:pt x="453242" y="304902"/>
                  </a:cubicBezTo>
                  <a:close/>
                  <a:moveTo>
                    <a:pt x="170186" y="285126"/>
                  </a:moveTo>
                  <a:cubicBezTo>
                    <a:pt x="171687" y="310597"/>
                    <a:pt x="175139" y="335169"/>
                    <a:pt x="180542" y="357794"/>
                  </a:cubicBezTo>
                  <a:cubicBezTo>
                    <a:pt x="198701" y="354048"/>
                    <a:pt x="217160" y="351651"/>
                    <a:pt x="235619" y="350452"/>
                  </a:cubicBezTo>
                  <a:lnTo>
                    <a:pt x="235619" y="285126"/>
                  </a:lnTo>
                  <a:close/>
                  <a:moveTo>
                    <a:pt x="51476" y="285126"/>
                  </a:moveTo>
                  <a:cubicBezTo>
                    <a:pt x="55978" y="322733"/>
                    <a:pt x="70536" y="357344"/>
                    <a:pt x="92297" y="386261"/>
                  </a:cubicBezTo>
                  <a:cubicBezTo>
                    <a:pt x="105353" y="380268"/>
                    <a:pt x="118560" y="375174"/>
                    <a:pt x="132217" y="370679"/>
                  </a:cubicBezTo>
                  <a:cubicBezTo>
                    <a:pt x="125764" y="343860"/>
                    <a:pt x="121562" y="314942"/>
                    <a:pt x="120211" y="285126"/>
                  </a:cubicBezTo>
                  <a:close/>
                  <a:moveTo>
                    <a:pt x="453242" y="253965"/>
                  </a:moveTo>
                  <a:cubicBezTo>
                    <a:pt x="457443" y="253965"/>
                    <a:pt x="461645" y="254714"/>
                    <a:pt x="465697" y="256362"/>
                  </a:cubicBezTo>
                  <a:lnTo>
                    <a:pt x="581247" y="300407"/>
                  </a:lnTo>
                  <a:cubicBezTo>
                    <a:pt x="595953" y="305951"/>
                    <a:pt x="604957" y="320782"/>
                    <a:pt x="603456" y="336363"/>
                  </a:cubicBezTo>
                  <a:cubicBezTo>
                    <a:pt x="593402" y="438687"/>
                    <a:pt x="530075" y="582659"/>
                    <a:pt x="453242" y="582659"/>
                  </a:cubicBezTo>
                  <a:cubicBezTo>
                    <a:pt x="376408" y="582659"/>
                    <a:pt x="313081" y="438687"/>
                    <a:pt x="303027" y="336363"/>
                  </a:cubicBezTo>
                  <a:cubicBezTo>
                    <a:pt x="301526" y="320782"/>
                    <a:pt x="310530" y="305951"/>
                    <a:pt x="325236" y="300407"/>
                  </a:cubicBezTo>
                  <a:lnTo>
                    <a:pt x="440786" y="256362"/>
                  </a:lnTo>
                  <a:cubicBezTo>
                    <a:pt x="444838" y="254714"/>
                    <a:pt x="449040" y="253965"/>
                    <a:pt x="453242" y="253965"/>
                  </a:cubicBezTo>
                  <a:close/>
                  <a:moveTo>
                    <a:pt x="338422" y="162865"/>
                  </a:moveTo>
                  <a:cubicBezTo>
                    <a:pt x="321013" y="166311"/>
                    <a:pt x="303304" y="168558"/>
                    <a:pt x="285595" y="169607"/>
                  </a:cubicBezTo>
                  <a:lnTo>
                    <a:pt x="285595" y="235083"/>
                  </a:lnTo>
                  <a:lnTo>
                    <a:pt x="348627" y="235083"/>
                  </a:lnTo>
                  <a:cubicBezTo>
                    <a:pt x="347276" y="209761"/>
                    <a:pt x="343824" y="185339"/>
                    <a:pt x="338422" y="162865"/>
                  </a:cubicBezTo>
                  <a:close/>
                  <a:moveTo>
                    <a:pt x="180542" y="162415"/>
                  </a:moveTo>
                  <a:cubicBezTo>
                    <a:pt x="175139" y="185040"/>
                    <a:pt x="171687" y="209612"/>
                    <a:pt x="170186" y="235083"/>
                  </a:cubicBezTo>
                  <a:lnTo>
                    <a:pt x="235619" y="235083"/>
                  </a:lnTo>
                  <a:lnTo>
                    <a:pt x="235619" y="169607"/>
                  </a:lnTo>
                  <a:cubicBezTo>
                    <a:pt x="217160" y="168558"/>
                    <a:pt x="198701" y="166161"/>
                    <a:pt x="180542" y="162415"/>
                  </a:cubicBezTo>
                  <a:close/>
                  <a:moveTo>
                    <a:pt x="92297" y="133948"/>
                  </a:moveTo>
                  <a:cubicBezTo>
                    <a:pt x="70536" y="162865"/>
                    <a:pt x="55978" y="197475"/>
                    <a:pt x="51476" y="235083"/>
                  </a:cubicBezTo>
                  <a:lnTo>
                    <a:pt x="120211" y="235083"/>
                  </a:lnTo>
                  <a:cubicBezTo>
                    <a:pt x="121562" y="205117"/>
                    <a:pt x="125764" y="176349"/>
                    <a:pt x="132217" y="149530"/>
                  </a:cubicBezTo>
                  <a:cubicBezTo>
                    <a:pt x="118560" y="145035"/>
                    <a:pt x="105353" y="139791"/>
                    <a:pt x="92297" y="133948"/>
                  </a:cubicBezTo>
                  <a:close/>
                  <a:moveTo>
                    <a:pt x="159231" y="75814"/>
                  </a:moveTo>
                  <a:cubicBezTo>
                    <a:pt x="148875" y="81657"/>
                    <a:pt x="138970" y="88249"/>
                    <a:pt x="129666" y="95591"/>
                  </a:cubicBezTo>
                  <a:cubicBezTo>
                    <a:pt x="135519" y="97839"/>
                    <a:pt x="141372" y="100086"/>
                    <a:pt x="147225" y="102034"/>
                  </a:cubicBezTo>
                  <a:cubicBezTo>
                    <a:pt x="151277" y="91845"/>
                    <a:pt x="155179" y="83605"/>
                    <a:pt x="159231" y="75814"/>
                  </a:cubicBezTo>
                  <a:close/>
                  <a:moveTo>
                    <a:pt x="358682" y="74165"/>
                  </a:moveTo>
                  <a:cubicBezTo>
                    <a:pt x="363184" y="82556"/>
                    <a:pt x="367386" y="91546"/>
                    <a:pt x="371888" y="102783"/>
                  </a:cubicBezTo>
                  <a:cubicBezTo>
                    <a:pt x="378492" y="100536"/>
                    <a:pt x="385095" y="98138"/>
                    <a:pt x="391548" y="95591"/>
                  </a:cubicBezTo>
                  <a:cubicBezTo>
                    <a:pt x="381343" y="87500"/>
                    <a:pt x="370238" y="80309"/>
                    <a:pt x="358682" y="74165"/>
                  </a:cubicBezTo>
                  <a:close/>
                  <a:moveTo>
                    <a:pt x="285595" y="60381"/>
                  </a:moveTo>
                  <a:lnTo>
                    <a:pt x="285595" y="119864"/>
                  </a:lnTo>
                  <a:cubicBezTo>
                    <a:pt x="298051" y="118965"/>
                    <a:pt x="310507" y="117466"/>
                    <a:pt x="322964" y="115219"/>
                  </a:cubicBezTo>
                  <a:cubicBezTo>
                    <a:pt x="314559" y="95741"/>
                    <a:pt x="302253" y="73566"/>
                    <a:pt x="285595" y="60381"/>
                  </a:cubicBezTo>
                  <a:close/>
                  <a:moveTo>
                    <a:pt x="235619" y="58583"/>
                  </a:moveTo>
                  <a:cubicBezTo>
                    <a:pt x="217910" y="71469"/>
                    <a:pt x="204704" y="94692"/>
                    <a:pt x="196149" y="114769"/>
                  </a:cubicBezTo>
                  <a:cubicBezTo>
                    <a:pt x="209206" y="117167"/>
                    <a:pt x="222413" y="118965"/>
                    <a:pt x="235619" y="119864"/>
                  </a:cubicBezTo>
                  <a:close/>
                  <a:moveTo>
                    <a:pt x="259482" y="0"/>
                  </a:moveTo>
                  <a:lnTo>
                    <a:pt x="260532" y="0"/>
                  </a:lnTo>
                  <a:cubicBezTo>
                    <a:pt x="399953" y="0"/>
                    <a:pt x="514161" y="109825"/>
                    <a:pt x="520914" y="247369"/>
                  </a:cubicBezTo>
                  <a:lnTo>
                    <a:pt x="475741" y="230138"/>
                  </a:lnTo>
                  <a:cubicBezTo>
                    <a:pt x="473340" y="229239"/>
                    <a:pt x="471089" y="228640"/>
                    <a:pt x="468688" y="228041"/>
                  </a:cubicBezTo>
                  <a:cubicBezTo>
                    <a:pt x="463285" y="193130"/>
                    <a:pt x="449328" y="160917"/>
                    <a:pt x="428917" y="133948"/>
                  </a:cubicBezTo>
                  <a:cubicBezTo>
                    <a:pt x="415260" y="140240"/>
                    <a:pt x="401153" y="145634"/>
                    <a:pt x="386746" y="150279"/>
                  </a:cubicBezTo>
                  <a:cubicBezTo>
                    <a:pt x="393199" y="176799"/>
                    <a:pt x="397251" y="205416"/>
                    <a:pt x="398752" y="235083"/>
                  </a:cubicBezTo>
                  <a:lnTo>
                    <a:pt x="417812" y="235083"/>
                  </a:lnTo>
                  <a:lnTo>
                    <a:pt x="315310" y="274188"/>
                  </a:lnTo>
                  <a:cubicBezTo>
                    <a:pt x="308556" y="276885"/>
                    <a:pt x="302403" y="280481"/>
                    <a:pt x="297001" y="285126"/>
                  </a:cubicBezTo>
                  <a:lnTo>
                    <a:pt x="285595" y="285126"/>
                  </a:lnTo>
                  <a:lnTo>
                    <a:pt x="285595" y="297861"/>
                  </a:lnTo>
                  <a:cubicBezTo>
                    <a:pt x="277641" y="309698"/>
                    <a:pt x="273589" y="324231"/>
                    <a:pt x="275089" y="339065"/>
                  </a:cubicBezTo>
                  <a:cubicBezTo>
                    <a:pt x="277040" y="358992"/>
                    <a:pt x="280792" y="379669"/>
                    <a:pt x="285895" y="400345"/>
                  </a:cubicBezTo>
                  <a:cubicBezTo>
                    <a:pt x="285745" y="400345"/>
                    <a:pt x="285745" y="400345"/>
                    <a:pt x="285595" y="400345"/>
                  </a:cubicBezTo>
                  <a:lnTo>
                    <a:pt x="285595" y="459828"/>
                  </a:lnTo>
                  <a:cubicBezTo>
                    <a:pt x="290397" y="456082"/>
                    <a:pt x="295050" y="451288"/>
                    <a:pt x="299552" y="445594"/>
                  </a:cubicBezTo>
                  <a:cubicBezTo>
                    <a:pt x="307656" y="468818"/>
                    <a:pt x="317411" y="491142"/>
                    <a:pt x="328516" y="511219"/>
                  </a:cubicBezTo>
                  <a:cubicBezTo>
                    <a:pt x="305405" y="517512"/>
                    <a:pt x="282893" y="520209"/>
                    <a:pt x="259482" y="520209"/>
                  </a:cubicBezTo>
                  <a:cubicBezTo>
                    <a:pt x="118260" y="520209"/>
                    <a:pt x="0" y="404541"/>
                    <a:pt x="0" y="260104"/>
                  </a:cubicBezTo>
                  <a:cubicBezTo>
                    <a:pt x="0" y="115519"/>
                    <a:pt x="118560" y="0"/>
                    <a:pt x="2594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16" id="16"/>
          <p:cNvSpPr txBox="true"/>
          <p:nvPr/>
        </p:nvSpPr>
        <p:spPr>
          <a:xfrm>
            <a:off x="8508222" y="3878658"/>
            <a:ext cx="2769377" cy="296234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Print statement outputs to console. Errors like syntax issues halt execution; debug by checking indentation and spelling.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508222" y="3155876"/>
            <a:ext cx="2769377" cy="830997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Understanding Output Execution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757824" y="2876295"/>
            <a:ext cx="1161157" cy="951532"/>
          </a:xfrm>
          <a:prstGeom prst="arc">
            <a:avLst>
              <a:gd name="adj1" fmla="val 11867215"/>
              <a:gd name="adj2" fmla="val 21311435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3036664" y="3247086"/>
            <a:ext cx="1161157" cy="951532"/>
          </a:xfrm>
          <a:prstGeom prst="arc">
            <a:avLst>
              <a:gd name="adj1" fmla="val 11867215"/>
              <a:gd name="adj2" fmla="val 21311435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20" id="20"/>
          <p:cNvSpPr/>
          <p:nvPr/>
        </p:nvSpPr>
        <p:spPr>
          <a:xfrm flipV="true">
            <a:off x="2123774" y="4279331"/>
            <a:ext cx="1161157" cy="951532"/>
          </a:xfrm>
          <a:prstGeom prst="arc">
            <a:avLst>
              <a:gd name="adj1" fmla="val 11283527"/>
              <a:gd name="adj2" fmla="val 20562987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21" id="21"/>
          <p:cNvGrpSpPr/>
          <p:nvPr/>
        </p:nvGrpSpPr>
        <p:grpSpPr>
          <a:xfrm>
            <a:off x="723563" y="1751059"/>
            <a:ext cx="1777303" cy="1777299"/>
            <a:chOff x="2510236" y="2796111"/>
            <a:chExt cx="2027515" cy="2027512"/>
          </a:xfrm>
        </p:grpSpPr>
        <p:grpSp>
          <p:nvGrpSpPr>
            <p:cNvPr name="Group 22" id="22"/>
            <p:cNvGrpSpPr/>
            <p:nvPr/>
          </p:nvGrpSpPr>
          <p:grpSpPr>
            <a:xfrm>
              <a:off x="2510236" y="2796111"/>
              <a:ext cx="2027515" cy="2027512"/>
              <a:chOff x="6284235" y="2278589"/>
              <a:chExt cx="1180469" cy="1180467"/>
            </a:xfrm>
          </p:grpSpPr>
          <p:sp>
            <p:nvSpPr>
              <p:cNvPr name="Freeform 23" id="23"/>
              <p:cNvSpPr/>
              <p:nvPr/>
            </p:nvSpPr>
            <p:spPr>
              <a:xfrm flipH="true">
                <a:off x="6284235" y="2278589"/>
                <a:ext cx="1180469" cy="1180467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4" id="24"/>
              <p:cNvSpPr/>
              <p:nvPr/>
            </p:nvSpPr>
            <p:spPr>
              <a:xfrm flipH="true">
                <a:off x="6508272" y="2502625"/>
                <a:ext cx="732395" cy="732395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25" id="25"/>
            <p:cNvSpPr/>
            <p:nvPr/>
          </p:nvSpPr>
          <p:spPr>
            <a:xfrm>
              <a:off x="3223550" y="3504936"/>
              <a:ext cx="600886" cy="609864"/>
            </a:xfrm>
            <a:custGeom>
              <a:avLst/>
              <a:gdLst/>
              <a:ahLst/>
              <a:cxnLst/>
              <a:rect r="r" b="b" t="t" l="l"/>
              <a:pathLst>
                <a:path w="599806" h="608768" stroke="true" fill="norm" extrusionOk="true">
                  <a:moveTo>
                    <a:pt x="322492" y="361615"/>
                  </a:moveTo>
                  <a:lnTo>
                    <a:pt x="258086" y="442798"/>
                  </a:lnTo>
                  <a:lnTo>
                    <a:pt x="339393" y="378490"/>
                  </a:lnTo>
                  <a:cubicBezTo>
                    <a:pt x="335853" y="376780"/>
                    <a:pt x="332541" y="374385"/>
                    <a:pt x="329572" y="371421"/>
                  </a:cubicBezTo>
                  <a:cubicBezTo>
                    <a:pt x="326603" y="368456"/>
                    <a:pt x="324205" y="365149"/>
                    <a:pt x="322492" y="361615"/>
                  </a:cubicBezTo>
                  <a:close/>
                  <a:moveTo>
                    <a:pt x="349099" y="337784"/>
                  </a:moveTo>
                  <a:cubicBezTo>
                    <a:pt x="345217" y="341775"/>
                    <a:pt x="345217" y="348046"/>
                    <a:pt x="349099" y="351923"/>
                  </a:cubicBezTo>
                  <a:cubicBezTo>
                    <a:pt x="352982" y="355800"/>
                    <a:pt x="359377" y="355800"/>
                    <a:pt x="363259" y="351923"/>
                  </a:cubicBezTo>
                  <a:close/>
                  <a:moveTo>
                    <a:pt x="457227" y="229763"/>
                  </a:moveTo>
                  <a:cubicBezTo>
                    <a:pt x="460810" y="229976"/>
                    <a:pt x="464321" y="231459"/>
                    <a:pt x="467062" y="234138"/>
                  </a:cubicBezTo>
                  <a:cubicBezTo>
                    <a:pt x="472429" y="239611"/>
                    <a:pt x="473000" y="248277"/>
                    <a:pt x="468204" y="254206"/>
                  </a:cubicBezTo>
                  <a:lnTo>
                    <a:pt x="393635" y="348274"/>
                  </a:lnTo>
                  <a:cubicBezTo>
                    <a:pt x="392836" y="356712"/>
                    <a:pt x="389296" y="365035"/>
                    <a:pt x="382787" y="371421"/>
                  </a:cubicBezTo>
                  <a:cubicBezTo>
                    <a:pt x="376277" y="377920"/>
                    <a:pt x="368055" y="381569"/>
                    <a:pt x="359491" y="382253"/>
                  </a:cubicBezTo>
                  <a:lnTo>
                    <a:pt x="265395" y="456709"/>
                  </a:lnTo>
                  <a:cubicBezTo>
                    <a:pt x="259342" y="461498"/>
                    <a:pt x="250664" y="461042"/>
                    <a:pt x="245296" y="455569"/>
                  </a:cubicBezTo>
                  <a:cubicBezTo>
                    <a:pt x="239815" y="450210"/>
                    <a:pt x="239358" y="441544"/>
                    <a:pt x="244154" y="435501"/>
                  </a:cubicBezTo>
                  <a:lnTo>
                    <a:pt x="318723" y="341547"/>
                  </a:lnTo>
                  <a:cubicBezTo>
                    <a:pt x="319523" y="332995"/>
                    <a:pt x="323063" y="324786"/>
                    <a:pt x="329572" y="318286"/>
                  </a:cubicBezTo>
                  <a:cubicBezTo>
                    <a:pt x="336081" y="311901"/>
                    <a:pt x="344303" y="308252"/>
                    <a:pt x="352753" y="307454"/>
                  </a:cubicBezTo>
                  <a:lnTo>
                    <a:pt x="446964" y="232998"/>
                  </a:lnTo>
                  <a:cubicBezTo>
                    <a:pt x="449990" y="230604"/>
                    <a:pt x="453644" y="229549"/>
                    <a:pt x="457227" y="229763"/>
                  </a:cubicBezTo>
                  <a:close/>
                  <a:moveTo>
                    <a:pt x="136593" y="176654"/>
                  </a:moveTo>
                  <a:cubicBezTo>
                    <a:pt x="133395" y="178365"/>
                    <a:pt x="130312" y="179392"/>
                    <a:pt x="127228" y="179962"/>
                  </a:cubicBezTo>
                  <a:cubicBezTo>
                    <a:pt x="125401" y="180304"/>
                    <a:pt x="124030" y="181901"/>
                    <a:pt x="124030" y="183725"/>
                  </a:cubicBezTo>
                  <a:lnTo>
                    <a:pt x="124030" y="193419"/>
                  </a:lnTo>
                  <a:cubicBezTo>
                    <a:pt x="123459" y="193533"/>
                    <a:pt x="123002" y="193875"/>
                    <a:pt x="122545" y="194331"/>
                  </a:cubicBezTo>
                  <a:cubicBezTo>
                    <a:pt x="121860" y="195130"/>
                    <a:pt x="121518" y="196270"/>
                    <a:pt x="121632" y="197296"/>
                  </a:cubicBezTo>
                  <a:lnTo>
                    <a:pt x="123688" y="217824"/>
                  </a:lnTo>
                  <a:cubicBezTo>
                    <a:pt x="123916" y="219421"/>
                    <a:pt x="124944" y="220676"/>
                    <a:pt x="126543" y="221132"/>
                  </a:cubicBezTo>
                  <a:cubicBezTo>
                    <a:pt x="126885" y="221246"/>
                    <a:pt x="127228" y="221246"/>
                    <a:pt x="127571" y="221246"/>
                  </a:cubicBezTo>
                  <a:cubicBezTo>
                    <a:pt x="128713" y="221246"/>
                    <a:pt x="129855" y="220676"/>
                    <a:pt x="130654" y="219763"/>
                  </a:cubicBezTo>
                  <a:lnTo>
                    <a:pt x="141504" y="205394"/>
                  </a:lnTo>
                  <a:cubicBezTo>
                    <a:pt x="141961" y="204709"/>
                    <a:pt x="142189" y="203911"/>
                    <a:pt x="142189" y="203113"/>
                  </a:cubicBezTo>
                  <a:lnTo>
                    <a:pt x="142189" y="180076"/>
                  </a:lnTo>
                  <a:cubicBezTo>
                    <a:pt x="142189" y="178707"/>
                    <a:pt x="141504" y="177453"/>
                    <a:pt x="140362" y="176769"/>
                  </a:cubicBezTo>
                  <a:cubicBezTo>
                    <a:pt x="139220" y="176084"/>
                    <a:pt x="137735" y="175970"/>
                    <a:pt x="136593" y="176654"/>
                  </a:cubicBezTo>
                  <a:close/>
                  <a:moveTo>
                    <a:pt x="87826" y="176654"/>
                  </a:moveTo>
                  <a:cubicBezTo>
                    <a:pt x="86570" y="175970"/>
                    <a:pt x="85085" y="176084"/>
                    <a:pt x="83943" y="176769"/>
                  </a:cubicBezTo>
                  <a:cubicBezTo>
                    <a:pt x="82801" y="177453"/>
                    <a:pt x="82116" y="178707"/>
                    <a:pt x="82116" y="180076"/>
                  </a:cubicBezTo>
                  <a:lnTo>
                    <a:pt x="82116" y="203113"/>
                  </a:lnTo>
                  <a:cubicBezTo>
                    <a:pt x="82116" y="203911"/>
                    <a:pt x="82344" y="204709"/>
                    <a:pt x="82915" y="205394"/>
                  </a:cubicBezTo>
                  <a:lnTo>
                    <a:pt x="93765" y="219763"/>
                  </a:lnTo>
                  <a:cubicBezTo>
                    <a:pt x="94450" y="220676"/>
                    <a:pt x="95592" y="221246"/>
                    <a:pt x="96849" y="221246"/>
                  </a:cubicBezTo>
                  <a:cubicBezTo>
                    <a:pt x="97191" y="221246"/>
                    <a:pt x="97534" y="221246"/>
                    <a:pt x="97877" y="221132"/>
                  </a:cubicBezTo>
                  <a:cubicBezTo>
                    <a:pt x="99361" y="220676"/>
                    <a:pt x="100503" y="219421"/>
                    <a:pt x="100618" y="217824"/>
                  </a:cubicBezTo>
                  <a:lnTo>
                    <a:pt x="102787" y="197296"/>
                  </a:lnTo>
                  <a:cubicBezTo>
                    <a:pt x="102902" y="196270"/>
                    <a:pt x="102445" y="195130"/>
                    <a:pt x="101760" y="194331"/>
                  </a:cubicBezTo>
                  <a:cubicBezTo>
                    <a:pt x="101417" y="193875"/>
                    <a:pt x="100846" y="193533"/>
                    <a:pt x="100275" y="193419"/>
                  </a:cubicBezTo>
                  <a:lnTo>
                    <a:pt x="100275" y="183725"/>
                  </a:lnTo>
                  <a:cubicBezTo>
                    <a:pt x="100275" y="181901"/>
                    <a:pt x="99019" y="180304"/>
                    <a:pt x="97191" y="179962"/>
                  </a:cubicBezTo>
                  <a:cubicBezTo>
                    <a:pt x="94108" y="179392"/>
                    <a:pt x="90910" y="178365"/>
                    <a:pt x="87826" y="176654"/>
                  </a:cubicBezTo>
                  <a:close/>
                  <a:moveTo>
                    <a:pt x="356190" y="149170"/>
                  </a:moveTo>
                  <a:cubicBezTo>
                    <a:pt x="351621" y="149170"/>
                    <a:pt x="347053" y="149398"/>
                    <a:pt x="342598" y="149626"/>
                  </a:cubicBezTo>
                  <a:lnTo>
                    <a:pt x="356190" y="168671"/>
                  </a:lnTo>
                  <a:lnTo>
                    <a:pt x="369781" y="149626"/>
                  </a:lnTo>
                  <a:cubicBezTo>
                    <a:pt x="365327" y="149398"/>
                    <a:pt x="360758" y="149170"/>
                    <a:pt x="356190" y="149170"/>
                  </a:cubicBezTo>
                  <a:close/>
                  <a:moveTo>
                    <a:pt x="356190" y="101614"/>
                  </a:moveTo>
                  <a:cubicBezTo>
                    <a:pt x="490504" y="101614"/>
                    <a:pt x="599806" y="210753"/>
                    <a:pt x="599806" y="344866"/>
                  </a:cubicBezTo>
                  <a:cubicBezTo>
                    <a:pt x="599806" y="479094"/>
                    <a:pt x="490504" y="588233"/>
                    <a:pt x="356190" y="588233"/>
                  </a:cubicBezTo>
                  <a:cubicBezTo>
                    <a:pt x="305822" y="588233"/>
                    <a:pt x="258994" y="572837"/>
                    <a:pt x="220047" y="546608"/>
                  </a:cubicBezTo>
                  <a:lnTo>
                    <a:pt x="220047" y="485595"/>
                  </a:lnTo>
                  <a:cubicBezTo>
                    <a:pt x="247344" y="511825"/>
                    <a:pt x="282179" y="530413"/>
                    <a:pt x="321012" y="537484"/>
                  </a:cubicBezTo>
                  <a:lnTo>
                    <a:pt x="348423" y="499280"/>
                  </a:lnTo>
                  <a:cubicBezTo>
                    <a:pt x="350250" y="496771"/>
                    <a:pt x="353106" y="495288"/>
                    <a:pt x="356190" y="495288"/>
                  </a:cubicBezTo>
                  <a:cubicBezTo>
                    <a:pt x="359273" y="495288"/>
                    <a:pt x="362129" y="496771"/>
                    <a:pt x="363956" y="499280"/>
                  </a:cubicBezTo>
                  <a:lnTo>
                    <a:pt x="391367" y="537484"/>
                  </a:lnTo>
                  <a:cubicBezTo>
                    <a:pt x="471316" y="522887"/>
                    <a:pt x="534476" y="459821"/>
                    <a:pt x="548981" y="379992"/>
                  </a:cubicBezTo>
                  <a:lnTo>
                    <a:pt x="510834" y="352621"/>
                  </a:lnTo>
                  <a:cubicBezTo>
                    <a:pt x="508321" y="350797"/>
                    <a:pt x="506837" y="347946"/>
                    <a:pt x="506837" y="344866"/>
                  </a:cubicBezTo>
                  <a:cubicBezTo>
                    <a:pt x="506837" y="341787"/>
                    <a:pt x="508321" y="338936"/>
                    <a:pt x="510834" y="337112"/>
                  </a:cubicBezTo>
                  <a:lnTo>
                    <a:pt x="548981" y="309855"/>
                  </a:lnTo>
                  <a:cubicBezTo>
                    <a:pt x="534476" y="229912"/>
                    <a:pt x="471316" y="166846"/>
                    <a:pt x="391367" y="152363"/>
                  </a:cubicBezTo>
                  <a:lnTo>
                    <a:pt x="363956" y="190453"/>
                  </a:lnTo>
                  <a:cubicBezTo>
                    <a:pt x="362129" y="192962"/>
                    <a:pt x="359273" y="194445"/>
                    <a:pt x="356190" y="194445"/>
                  </a:cubicBezTo>
                  <a:cubicBezTo>
                    <a:pt x="353106" y="194445"/>
                    <a:pt x="350250" y="192962"/>
                    <a:pt x="348423" y="190453"/>
                  </a:cubicBezTo>
                  <a:lnTo>
                    <a:pt x="321012" y="152363"/>
                  </a:lnTo>
                  <a:cubicBezTo>
                    <a:pt x="295657" y="156925"/>
                    <a:pt x="272014" y="166504"/>
                    <a:pt x="250999" y="179847"/>
                  </a:cubicBezTo>
                  <a:cubicBezTo>
                    <a:pt x="244146" y="164223"/>
                    <a:pt x="230327" y="152135"/>
                    <a:pt x="212966" y="148143"/>
                  </a:cubicBezTo>
                  <a:cubicBezTo>
                    <a:pt x="253283" y="118948"/>
                    <a:pt x="302738" y="101614"/>
                    <a:pt x="356190" y="101614"/>
                  </a:cubicBezTo>
                  <a:close/>
                  <a:moveTo>
                    <a:pt x="93765" y="73102"/>
                  </a:moveTo>
                  <a:cubicBezTo>
                    <a:pt x="82801" y="73102"/>
                    <a:pt x="72294" y="77550"/>
                    <a:pt x="67040" y="80173"/>
                  </a:cubicBezTo>
                  <a:cubicBezTo>
                    <a:pt x="65670" y="80857"/>
                    <a:pt x="64870" y="82112"/>
                    <a:pt x="64870" y="83594"/>
                  </a:cubicBezTo>
                  <a:lnTo>
                    <a:pt x="64870" y="90551"/>
                  </a:lnTo>
                  <a:lnTo>
                    <a:pt x="63271" y="90551"/>
                  </a:lnTo>
                  <a:cubicBezTo>
                    <a:pt x="61102" y="90551"/>
                    <a:pt x="59388" y="92262"/>
                    <a:pt x="59388" y="94315"/>
                  </a:cubicBezTo>
                  <a:lnTo>
                    <a:pt x="59388" y="100701"/>
                  </a:lnTo>
                  <a:cubicBezTo>
                    <a:pt x="59388" y="101956"/>
                    <a:pt x="60074" y="103210"/>
                    <a:pt x="61216" y="103894"/>
                  </a:cubicBezTo>
                  <a:lnTo>
                    <a:pt x="64870" y="106289"/>
                  </a:lnTo>
                  <a:lnTo>
                    <a:pt x="65099" y="107886"/>
                  </a:lnTo>
                  <a:cubicBezTo>
                    <a:pt x="66355" y="117123"/>
                    <a:pt x="71494" y="129098"/>
                    <a:pt x="78918" y="139818"/>
                  </a:cubicBezTo>
                  <a:cubicBezTo>
                    <a:pt x="88397" y="153504"/>
                    <a:pt x="97191" y="159662"/>
                    <a:pt x="101760" y="159662"/>
                  </a:cubicBezTo>
                  <a:lnTo>
                    <a:pt x="122545" y="159662"/>
                  </a:lnTo>
                  <a:cubicBezTo>
                    <a:pt x="127114" y="159662"/>
                    <a:pt x="135908" y="153504"/>
                    <a:pt x="145387" y="139818"/>
                  </a:cubicBezTo>
                  <a:cubicBezTo>
                    <a:pt x="152811" y="129098"/>
                    <a:pt x="157950" y="117123"/>
                    <a:pt x="159206" y="107886"/>
                  </a:cubicBezTo>
                  <a:lnTo>
                    <a:pt x="159435" y="106289"/>
                  </a:lnTo>
                  <a:lnTo>
                    <a:pt x="163203" y="103894"/>
                  </a:lnTo>
                  <a:cubicBezTo>
                    <a:pt x="164231" y="103210"/>
                    <a:pt x="164917" y="101956"/>
                    <a:pt x="164917" y="100701"/>
                  </a:cubicBezTo>
                  <a:lnTo>
                    <a:pt x="164917" y="94315"/>
                  </a:lnTo>
                  <a:cubicBezTo>
                    <a:pt x="164917" y="92262"/>
                    <a:pt x="163203" y="90551"/>
                    <a:pt x="161034" y="90551"/>
                  </a:cubicBezTo>
                  <a:lnTo>
                    <a:pt x="158978" y="90551"/>
                  </a:lnTo>
                  <a:cubicBezTo>
                    <a:pt x="158635" y="89981"/>
                    <a:pt x="158178" y="89525"/>
                    <a:pt x="157722" y="89183"/>
                  </a:cubicBezTo>
                  <a:cubicBezTo>
                    <a:pt x="156579" y="88498"/>
                    <a:pt x="155209" y="88384"/>
                    <a:pt x="154067" y="88954"/>
                  </a:cubicBezTo>
                  <a:cubicBezTo>
                    <a:pt x="148927" y="91235"/>
                    <a:pt x="143788" y="92376"/>
                    <a:pt x="138763" y="92376"/>
                  </a:cubicBezTo>
                  <a:cubicBezTo>
                    <a:pt x="129969" y="92376"/>
                    <a:pt x="122089" y="88840"/>
                    <a:pt x="115236" y="81656"/>
                  </a:cubicBezTo>
                  <a:cubicBezTo>
                    <a:pt x="109640" y="75953"/>
                    <a:pt x="102445" y="73102"/>
                    <a:pt x="93765" y="73102"/>
                  </a:cubicBezTo>
                  <a:close/>
                  <a:moveTo>
                    <a:pt x="102445" y="0"/>
                  </a:moveTo>
                  <a:lnTo>
                    <a:pt x="121974" y="0"/>
                  </a:lnTo>
                  <a:cubicBezTo>
                    <a:pt x="155095" y="0"/>
                    <a:pt x="182048" y="26914"/>
                    <a:pt x="182048" y="60101"/>
                  </a:cubicBezTo>
                  <a:lnTo>
                    <a:pt x="182048" y="78919"/>
                  </a:lnTo>
                  <a:cubicBezTo>
                    <a:pt x="184332" y="82112"/>
                    <a:pt x="185474" y="85875"/>
                    <a:pt x="185474" y="89639"/>
                  </a:cubicBezTo>
                  <a:lnTo>
                    <a:pt x="185474" y="103096"/>
                  </a:lnTo>
                  <a:cubicBezTo>
                    <a:pt x="185474" y="108570"/>
                    <a:pt x="183076" y="113816"/>
                    <a:pt x="178850" y="117237"/>
                  </a:cubicBezTo>
                  <a:cubicBezTo>
                    <a:pt x="177822" y="120659"/>
                    <a:pt x="176566" y="124080"/>
                    <a:pt x="174967" y="127501"/>
                  </a:cubicBezTo>
                  <a:cubicBezTo>
                    <a:pt x="171883" y="135599"/>
                    <a:pt x="167429" y="144038"/>
                    <a:pt x="162061" y="151793"/>
                  </a:cubicBezTo>
                  <a:cubicBezTo>
                    <a:pt x="159777" y="154986"/>
                    <a:pt x="156922" y="158978"/>
                    <a:pt x="153382" y="162741"/>
                  </a:cubicBezTo>
                  <a:cubicBezTo>
                    <a:pt x="156465" y="164224"/>
                    <a:pt x="159206" y="166276"/>
                    <a:pt x="161376" y="168785"/>
                  </a:cubicBezTo>
                  <a:lnTo>
                    <a:pt x="205460" y="177567"/>
                  </a:lnTo>
                  <a:cubicBezTo>
                    <a:pt x="216881" y="179848"/>
                    <a:pt x="225104" y="189998"/>
                    <a:pt x="225104" y="201630"/>
                  </a:cubicBezTo>
                  <a:lnTo>
                    <a:pt x="225104" y="360380"/>
                  </a:lnTo>
                  <a:cubicBezTo>
                    <a:pt x="225104" y="364029"/>
                    <a:pt x="224305" y="367450"/>
                    <a:pt x="222820" y="370644"/>
                  </a:cubicBezTo>
                  <a:lnTo>
                    <a:pt x="222820" y="387978"/>
                  </a:lnTo>
                  <a:cubicBezTo>
                    <a:pt x="222820" y="399839"/>
                    <a:pt x="213227" y="409419"/>
                    <a:pt x="201349" y="409419"/>
                  </a:cubicBezTo>
                  <a:cubicBezTo>
                    <a:pt x="197123" y="409419"/>
                    <a:pt x="193012" y="408164"/>
                    <a:pt x="189700" y="405997"/>
                  </a:cubicBezTo>
                  <a:lnTo>
                    <a:pt x="189700" y="570221"/>
                  </a:lnTo>
                  <a:cubicBezTo>
                    <a:pt x="189700" y="591547"/>
                    <a:pt x="172454" y="608768"/>
                    <a:pt x="151097" y="608768"/>
                  </a:cubicBezTo>
                  <a:cubicBezTo>
                    <a:pt x="129855" y="608768"/>
                    <a:pt x="112609" y="591547"/>
                    <a:pt x="112609" y="570221"/>
                  </a:cubicBezTo>
                  <a:cubicBezTo>
                    <a:pt x="112609" y="591547"/>
                    <a:pt x="95250" y="608768"/>
                    <a:pt x="74007" y="608768"/>
                  </a:cubicBezTo>
                  <a:cubicBezTo>
                    <a:pt x="52650" y="608768"/>
                    <a:pt x="35405" y="591547"/>
                    <a:pt x="35405" y="570221"/>
                  </a:cubicBezTo>
                  <a:lnTo>
                    <a:pt x="35405" y="405997"/>
                  </a:lnTo>
                  <a:cubicBezTo>
                    <a:pt x="32093" y="408164"/>
                    <a:pt x="27981" y="409419"/>
                    <a:pt x="23756" y="409419"/>
                  </a:cubicBezTo>
                  <a:cubicBezTo>
                    <a:pt x="11878" y="409419"/>
                    <a:pt x="2284" y="399839"/>
                    <a:pt x="2284" y="387978"/>
                  </a:cubicBezTo>
                  <a:lnTo>
                    <a:pt x="2284" y="370644"/>
                  </a:lnTo>
                  <a:cubicBezTo>
                    <a:pt x="800" y="367450"/>
                    <a:pt x="0" y="364029"/>
                    <a:pt x="0" y="360380"/>
                  </a:cubicBezTo>
                  <a:lnTo>
                    <a:pt x="0" y="201630"/>
                  </a:lnTo>
                  <a:cubicBezTo>
                    <a:pt x="0" y="189998"/>
                    <a:pt x="8223" y="179962"/>
                    <a:pt x="19644" y="177567"/>
                  </a:cubicBezTo>
                  <a:lnTo>
                    <a:pt x="62929" y="168785"/>
                  </a:lnTo>
                  <a:cubicBezTo>
                    <a:pt x="65213" y="166276"/>
                    <a:pt x="67954" y="164224"/>
                    <a:pt x="70923" y="162855"/>
                  </a:cubicBezTo>
                  <a:cubicBezTo>
                    <a:pt x="67497" y="158978"/>
                    <a:pt x="64528" y="154986"/>
                    <a:pt x="62358" y="151793"/>
                  </a:cubicBezTo>
                  <a:cubicBezTo>
                    <a:pt x="56876" y="144038"/>
                    <a:pt x="52422" y="135599"/>
                    <a:pt x="49338" y="127501"/>
                  </a:cubicBezTo>
                  <a:cubicBezTo>
                    <a:pt x="47853" y="124080"/>
                    <a:pt x="46483" y="120659"/>
                    <a:pt x="45455" y="117237"/>
                  </a:cubicBezTo>
                  <a:cubicBezTo>
                    <a:pt x="41229" y="113816"/>
                    <a:pt x="38831" y="108570"/>
                    <a:pt x="38831" y="103096"/>
                  </a:cubicBezTo>
                  <a:lnTo>
                    <a:pt x="38831" y="89639"/>
                  </a:lnTo>
                  <a:cubicBezTo>
                    <a:pt x="38831" y="85875"/>
                    <a:pt x="40087" y="82112"/>
                    <a:pt x="42257" y="78919"/>
                  </a:cubicBezTo>
                  <a:lnTo>
                    <a:pt x="42257" y="60101"/>
                  </a:lnTo>
                  <a:cubicBezTo>
                    <a:pt x="42257" y="26914"/>
                    <a:pt x="69210" y="0"/>
                    <a:pt x="10244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26" id="26"/>
          <p:cNvGrpSpPr/>
          <p:nvPr/>
        </p:nvGrpSpPr>
        <p:grpSpPr>
          <a:xfrm>
            <a:off x="2503147" y="2007324"/>
            <a:ext cx="1777303" cy="1777299"/>
            <a:chOff x="6231054" y="2796111"/>
            <a:chExt cx="2027515" cy="2027512"/>
          </a:xfrm>
        </p:grpSpPr>
        <p:grpSp>
          <p:nvGrpSpPr>
            <p:cNvPr name="Group 27" id="27"/>
            <p:cNvGrpSpPr/>
            <p:nvPr/>
          </p:nvGrpSpPr>
          <p:grpSpPr>
            <a:xfrm>
              <a:off x="6231054" y="2796111"/>
              <a:ext cx="2027515" cy="2027512"/>
              <a:chOff x="6284235" y="2278589"/>
              <a:chExt cx="1180469" cy="1180467"/>
            </a:xfrm>
          </p:grpSpPr>
          <p:sp>
            <p:nvSpPr>
              <p:cNvPr name="Freeform 28" id="28"/>
              <p:cNvSpPr/>
              <p:nvPr/>
            </p:nvSpPr>
            <p:spPr>
              <a:xfrm flipH="true">
                <a:off x="6284235" y="2278589"/>
                <a:ext cx="1180469" cy="1180467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9" id="29"/>
              <p:cNvSpPr/>
              <p:nvPr/>
            </p:nvSpPr>
            <p:spPr>
              <a:xfrm flipH="true">
                <a:off x="6508272" y="2502625"/>
                <a:ext cx="732395" cy="732395"/>
              </a:xfrm>
              <a:prstGeom prst="ellipse">
                <a:avLst/>
              </a:prstGeom>
              <a:solidFill>
                <a:schemeClr val="accent2"/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30" id="30"/>
            <p:cNvSpPr/>
            <p:nvPr/>
          </p:nvSpPr>
          <p:spPr>
            <a:xfrm>
              <a:off x="6932705" y="3495230"/>
              <a:ext cx="600886" cy="609864"/>
            </a:xfrm>
            <a:custGeom>
              <a:avLst/>
              <a:gdLst/>
              <a:ahLst/>
              <a:cxnLst/>
              <a:rect r="r" b="b" t="t" l="l"/>
              <a:pathLst>
                <a:path w="599806" h="608768" stroke="true" fill="norm" extrusionOk="true">
                  <a:moveTo>
                    <a:pt x="322492" y="361615"/>
                  </a:moveTo>
                  <a:lnTo>
                    <a:pt x="258086" y="442798"/>
                  </a:lnTo>
                  <a:lnTo>
                    <a:pt x="339393" y="378490"/>
                  </a:lnTo>
                  <a:cubicBezTo>
                    <a:pt x="335853" y="376780"/>
                    <a:pt x="332541" y="374385"/>
                    <a:pt x="329572" y="371421"/>
                  </a:cubicBezTo>
                  <a:cubicBezTo>
                    <a:pt x="326603" y="368456"/>
                    <a:pt x="324205" y="365149"/>
                    <a:pt x="322492" y="361615"/>
                  </a:cubicBezTo>
                  <a:close/>
                  <a:moveTo>
                    <a:pt x="349099" y="337784"/>
                  </a:moveTo>
                  <a:cubicBezTo>
                    <a:pt x="345217" y="341775"/>
                    <a:pt x="345217" y="348046"/>
                    <a:pt x="349099" y="351923"/>
                  </a:cubicBezTo>
                  <a:cubicBezTo>
                    <a:pt x="352982" y="355800"/>
                    <a:pt x="359377" y="355800"/>
                    <a:pt x="363259" y="351923"/>
                  </a:cubicBezTo>
                  <a:close/>
                  <a:moveTo>
                    <a:pt x="457227" y="229763"/>
                  </a:moveTo>
                  <a:cubicBezTo>
                    <a:pt x="460810" y="229976"/>
                    <a:pt x="464321" y="231459"/>
                    <a:pt x="467062" y="234138"/>
                  </a:cubicBezTo>
                  <a:cubicBezTo>
                    <a:pt x="472429" y="239611"/>
                    <a:pt x="473000" y="248277"/>
                    <a:pt x="468204" y="254206"/>
                  </a:cubicBezTo>
                  <a:lnTo>
                    <a:pt x="393635" y="348274"/>
                  </a:lnTo>
                  <a:cubicBezTo>
                    <a:pt x="392836" y="356712"/>
                    <a:pt x="389296" y="365035"/>
                    <a:pt x="382787" y="371421"/>
                  </a:cubicBezTo>
                  <a:cubicBezTo>
                    <a:pt x="376277" y="377920"/>
                    <a:pt x="368055" y="381569"/>
                    <a:pt x="359491" y="382253"/>
                  </a:cubicBezTo>
                  <a:lnTo>
                    <a:pt x="265395" y="456709"/>
                  </a:lnTo>
                  <a:cubicBezTo>
                    <a:pt x="259342" y="461498"/>
                    <a:pt x="250664" y="461042"/>
                    <a:pt x="245296" y="455569"/>
                  </a:cubicBezTo>
                  <a:cubicBezTo>
                    <a:pt x="239815" y="450210"/>
                    <a:pt x="239358" y="441544"/>
                    <a:pt x="244154" y="435501"/>
                  </a:cubicBezTo>
                  <a:lnTo>
                    <a:pt x="318723" y="341547"/>
                  </a:lnTo>
                  <a:cubicBezTo>
                    <a:pt x="319523" y="332995"/>
                    <a:pt x="323063" y="324786"/>
                    <a:pt x="329572" y="318286"/>
                  </a:cubicBezTo>
                  <a:cubicBezTo>
                    <a:pt x="336081" y="311901"/>
                    <a:pt x="344303" y="308252"/>
                    <a:pt x="352753" y="307454"/>
                  </a:cubicBezTo>
                  <a:lnTo>
                    <a:pt x="446964" y="232998"/>
                  </a:lnTo>
                  <a:cubicBezTo>
                    <a:pt x="449990" y="230604"/>
                    <a:pt x="453644" y="229549"/>
                    <a:pt x="457227" y="229763"/>
                  </a:cubicBezTo>
                  <a:close/>
                  <a:moveTo>
                    <a:pt x="136593" y="176654"/>
                  </a:moveTo>
                  <a:cubicBezTo>
                    <a:pt x="133395" y="178365"/>
                    <a:pt x="130312" y="179392"/>
                    <a:pt x="127228" y="179962"/>
                  </a:cubicBezTo>
                  <a:cubicBezTo>
                    <a:pt x="125401" y="180304"/>
                    <a:pt x="124030" y="181901"/>
                    <a:pt x="124030" y="183725"/>
                  </a:cubicBezTo>
                  <a:lnTo>
                    <a:pt x="124030" y="193419"/>
                  </a:lnTo>
                  <a:cubicBezTo>
                    <a:pt x="123459" y="193533"/>
                    <a:pt x="123002" y="193875"/>
                    <a:pt x="122545" y="194331"/>
                  </a:cubicBezTo>
                  <a:cubicBezTo>
                    <a:pt x="121860" y="195130"/>
                    <a:pt x="121518" y="196270"/>
                    <a:pt x="121632" y="197296"/>
                  </a:cubicBezTo>
                  <a:lnTo>
                    <a:pt x="123688" y="217824"/>
                  </a:lnTo>
                  <a:cubicBezTo>
                    <a:pt x="123916" y="219421"/>
                    <a:pt x="124944" y="220676"/>
                    <a:pt x="126543" y="221132"/>
                  </a:cubicBezTo>
                  <a:cubicBezTo>
                    <a:pt x="126885" y="221246"/>
                    <a:pt x="127228" y="221246"/>
                    <a:pt x="127571" y="221246"/>
                  </a:cubicBezTo>
                  <a:cubicBezTo>
                    <a:pt x="128713" y="221246"/>
                    <a:pt x="129855" y="220676"/>
                    <a:pt x="130654" y="219763"/>
                  </a:cubicBezTo>
                  <a:lnTo>
                    <a:pt x="141504" y="205394"/>
                  </a:lnTo>
                  <a:cubicBezTo>
                    <a:pt x="141961" y="204709"/>
                    <a:pt x="142189" y="203911"/>
                    <a:pt x="142189" y="203113"/>
                  </a:cubicBezTo>
                  <a:lnTo>
                    <a:pt x="142189" y="180076"/>
                  </a:lnTo>
                  <a:cubicBezTo>
                    <a:pt x="142189" y="178707"/>
                    <a:pt x="141504" y="177453"/>
                    <a:pt x="140362" y="176769"/>
                  </a:cubicBezTo>
                  <a:cubicBezTo>
                    <a:pt x="139220" y="176084"/>
                    <a:pt x="137735" y="175970"/>
                    <a:pt x="136593" y="176654"/>
                  </a:cubicBezTo>
                  <a:close/>
                  <a:moveTo>
                    <a:pt x="87826" y="176654"/>
                  </a:moveTo>
                  <a:cubicBezTo>
                    <a:pt x="86570" y="175970"/>
                    <a:pt x="85085" y="176084"/>
                    <a:pt x="83943" y="176769"/>
                  </a:cubicBezTo>
                  <a:cubicBezTo>
                    <a:pt x="82801" y="177453"/>
                    <a:pt x="82116" y="178707"/>
                    <a:pt x="82116" y="180076"/>
                  </a:cubicBezTo>
                  <a:lnTo>
                    <a:pt x="82116" y="203113"/>
                  </a:lnTo>
                  <a:cubicBezTo>
                    <a:pt x="82116" y="203911"/>
                    <a:pt x="82344" y="204709"/>
                    <a:pt x="82915" y="205394"/>
                  </a:cubicBezTo>
                  <a:lnTo>
                    <a:pt x="93765" y="219763"/>
                  </a:lnTo>
                  <a:cubicBezTo>
                    <a:pt x="94450" y="220676"/>
                    <a:pt x="95592" y="221246"/>
                    <a:pt x="96849" y="221246"/>
                  </a:cubicBezTo>
                  <a:cubicBezTo>
                    <a:pt x="97191" y="221246"/>
                    <a:pt x="97534" y="221246"/>
                    <a:pt x="97877" y="221132"/>
                  </a:cubicBezTo>
                  <a:cubicBezTo>
                    <a:pt x="99361" y="220676"/>
                    <a:pt x="100503" y="219421"/>
                    <a:pt x="100618" y="217824"/>
                  </a:cubicBezTo>
                  <a:lnTo>
                    <a:pt x="102787" y="197296"/>
                  </a:lnTo>
                  <a:cubicBezTo>
                    <a:pt x="102902" y="196270"/>
                    <a:pt x="102445" y="195130"/>
                    <a:pt x="101760" y="194331"/>
                  </a:cubicBezTo>
                  <a:cubicBezTo>
                    <a:pt x="101417" y="193875"/>
                    <a:pt x="100846" y="193533"/>
                    <a:pt x="100275" y="193419"/>
                  </a:cubicBezTo>
                  <a:lnTo>
                    <a:pt x="100275" y="183725"/>
                  </a:lnTo>
                  <a:cubicBezTo>
                    <a:pt x="100275" y="181901"/>
                    <a:pt x="99019" y="180304"/>
                    <a:pt x="97191" y="179962"/>
                  </a:cubicBezTo>
                  <a:cubicBezTo>
                    <a:pt x="94108" y="179392"/>
                    <a:pt x="90910" y="178365"/>
                    <a:pt x="87826" y="176654"/>
                  </a:cubicBezTo>
                  <a:close/>
                  <a:moveTo>
                    <a:pt x="356190" y="149170"/>
                  </a:moveTo>
                  <a:cubicBezTo>
                    <a:pt x="351621" y="149170"/>
                    <a:pt x="347053" y="149398"/>
                    <a:pt x="342598" y="149626"/>
                  </a:cubicBezTo>
                  <a:lnTo>
                    <a:pt x="356190" y="168671"/>
                  </a:lnTo>
                  <a:lnTo>
                    <a:pt x="369781" y="149626"/>
                  </a:lnTo>
                  <a:cubicBezTo>
                    <a:pt x="365327" y="149398"/>
                    <a:pt x="360758" y="149170"/>
                    <a:pt x="356190" y="149170"/>
                  </a:cubicBezTo>
                  <a:close/>
                  <a:moveTo>
                    <a:pt x="356190" y="101614"/>
                  </a:moveTo>
                  <a:cubicBezTo>
                    <a:pt x="490504" y="101614"/>
                    <a:pt x="599806" y="210753"/>
                    <a:pt x="599806" y="344866"/>
                  </a:cubicBezTo>
                  <a:cubicBezTo>
                    <a:pt x="599806" y="479094"/>
                    <a:pt x="490504" y="588233"/>
                    <a:pt x="356190" y="588233"/>
                  </a:cubicBezTo>
                  <a:cubicBezTo>
                    <a:pt x="305822" y="588233"/>
                    <a:pt x="258994" y="572837"/>
                    <a:pt x="220047" y="546608"/>
                  </a:cubicBezTo>
                  <a:lnTo>
                    <a:pt x="220047" y="485595"/>
                  </a:lnTo>
                  <a:cubicBezTo>
                    <a:pt x="247344" y="511825"/>
                    <a:pt x="282179" y="530413"/>
                    <a:pt x="321012" y="537484"/>
                  </a:cubicBezTo>
                  <a:lnTo>
                    <a:pt x="348423" y="499280"/>
                  </a:lnTo>
                  <a:cubicBezTo>
                    <a:pt x="350250" y="496771"/>
                    <a:pt x="353106" y="495288"/>
                    <a:pt x="356190" y="495288"/>
                  </a:cubicBezTo>
                  <a:cubicBezTo>
                    <a:pt x="359273" y="495288"/>
                    <a:pt x="362129" y="496771"/>
                    <a:pt x="363956" y="499280"/>
                  </a:cubicBezTo>
                  <a:lnTo>
                    <a:pt x="391367" y="537484"/>
                  </a:lnTo>
                  <a:cubicBezTo>
                    <a:pt x="471316" y="522887"/>
                    <a:pt x="534476" y="459821"/>
                    <a:pt x="548981" y="379992"/>
                  </a:cubicBezTo>
                  <a:lnTo>
                    <a:pt x="510834" y="352621"/>
                  </a:lnTo>
                  <a:cubicBezTo>
                    <a:pt x="508321" y="350797"/>
                    <a:pt x="506837" y="347946"/>
                    <a:pt x="506837" y="344866"/>
                  </a:cubicBezTo>
                  <a:cubicBezTo>
                    <a:pt x="506837" y="341787"/>
                    <a:pt x="508321" y="338936"/>
                    <a:pt x="510834" y="337112"/>
                  </a:cubicBezTo>
                  <a:lnTo>
                    <a:pt x="548981" y="309855"/>
                  </a:lnTo>
                  <a:cubicBezTo>
                    <a:pt x="534476" y="229912"/>
                    <a:pt x="471316" y="166846"/>
                    <a:pt x="391367" y="152363"/>
                  </a:cubicBezTo>
                  <a:lnTo>
                    <a:pt x="363956" y="190453"/>
                  </a:lnTo>
                  <a:cubicBezTo>
                    <a:pt x="362129" y="192962"/>
                    <a:pt x="359273" y="194445"/>
                    <a:pt x="356190" y="194445"/>
                  </a:cubicBezTo>
                  <a:cubicBezTo>
                    <a:pt x="353106" y="194445"/>
                    <a:pt x="350250" y="192962"/>
                    <a:pt x="348423" y="190453"/>
                  </a:cubicBezTo>
                  <a:lnTo>
                    <a:pt x="321012" y="152363"/>
                  </a:lnTo>
                  <a:cubicBezTo>
                    <a:pt x="295657" y="156925"/>
                    <a:pt x="272014" y="166504"/>
                    <a:pt x="250999" y="179847"/>
                  </a:cubicBezTo>
                  <a:cubicBezTo>
                    <a:pt x="244146" y="164223"/>
                    <a:pt x="230327" y="152135"/>
                    <a:pt x="212966" y="148143"/>
                  </a:cubicBezTo>
                  <a:cubicBezTo>
                    <a:pt x="253283" y="118948"/>
                    <a:pt x="302738" y="101614"/>
                    <a:pt x="356190" y="101614"/>
                  </a:cubicBezTo>
                  <a:close/>
                  <a:moveTo>
                    <a:pt x="93765" y="73102"/>
                  </a:moveTo>
                  <a:cubicBezTo>
                    <a:pt x="82801" y="73102"/>
                    <a:pt x="72294" y="77550"/>
                    <a:pt x="67040" y="80173"/>
                  </a:cubicBezTo>
                  <a:cubicBezTo>
                    <a:pt x="65670" y="80857"/>
                    <a:pt x="64870" y="82112"/>
                    <a:pt x="64870" y="83594"/>
                  </a:cubicBezTo>
                  <a:lnTo>
                    <a:pt x="64870" y="90551"/>
                  </a:lnTo>
                  <a:lnTo>
                    <a:pt x="63271" y="90551"/>
                  </a:lnTo>
                  <a:cubicBezTo>
                    <a:pt x="61102" y="90551"/>
                    <a:pt x="59388" y="92262"/>
                    <a:pt x="59388" y="94315"/>
                  </a:cubicBezTo>
                  <a:lnTo>
                    <a:pt x="59388" y="100701"/>
                  </a:lnTo>
                  <a:cubicBezTo>
                    <a:pt x="59388" y="101956"/>
                    <a:pt x="60074" y="103210"/>
                    <a:pt x="61216" y="103894"/>
                  </a:cubicBezTo>
                  <a:lnTo>
                    <a:pt x="64870" y="106289"/>
                  </a:lnTo>
                  <a:lnTo>
                    <a:pt x="65099" y="107886"/>
                  </a:lnTo>
                  <a:cubicBezTo>
                    <a:pt x="66355" y="117123"/>
                    <a:pt x="71494" y="129098"/>
                    <a:pt x="78918" y="139818"/>
                  </a:cubicBezTo>
                  <a:cubicBezTo>
                    <a:pt x="88397" y="153504"/>
                    <a:pt x="97191" y="159662"/>
                    <a:pt x="101760" y="159662"/>
                  </a:cubicBezTo>
                  <a:lnTo>
                    <a:pt x="122545" y="159662"/>
                  </a:lnTo>
                  <a:cubicBezTo>
                    <a:pt x="127114" y="159662"/>
                    <a:pt x="135908" y="153504"/>
                    <a:pt x="145387" y="139818"/>
                  </a:cubicBezTo>
                  <a:cubicBezTo>
                    <a:pt x="152811" y="129098"/>
                    <a:pt x="157950" y="117123"/>
                    <a:pt x="159206" y="107886"/>
                  </a:cubicBezTo>
                  <a:lnTo>
                    <a:pt x="159435" y="106289"/>
                  </a:lnTo>
                  <a:lnTo>
                    <a:pt x="163203" y="103894"/>
                  </a:lnTo>
                  <a:cubicBezTo>
                    <a:pt x="164231" y="103210"/>
                    <a:pt x="164917" y="101956"/>
                    <a:pt x="164917" y="100701"/>
                  </a:cubicBezTo>
                  <a:lnTo>
                    <a:pt x="164917" y="94315"/>
                  </a:lnTo>
                  <a:cubicBezTo>
                    <a:pt x="164917" y="92262"/>
                    <a:pt x="163203" y="90551"/>
                    <a:pt x="161034" y="90551"/>
                  </a:cubicBezTo>
                  <a:lnTo>
                    <a:pt x="158978" y="90551"/>
                  </a:lnTo>
                  <a:cubicBezTo>
                    <a:pt x="158635" y="89981"/>
                    <a:pt x="158178" y="89525"/>
                    <a:pt x="157722" y="89183"/>
                  </a:cubicBezTo>
                  <a:cubicBezTo>
                    <a:pt x="156579" y="88498"/>
                    <a:pt x="155209" y="88384"/>
                    <a:pt x="154067" y="88954"/>
                  </a:cubicBezTo>
                  <a:cubicBezTo>
                    <a:pt x="148927" y="91235"/>
                    <a:pt x="143788" y="92376"/>
                    <a:pt x="138763" y="92376"/>
                  </a:cubicBezTo>
                  <a:cubicBezTo>
                    <a:pt x="129969" y="92376"/>
                    <a:pt x="122089" y="88840"/>
                    <a:pt x="115236" y="81656"/>
                  </a:cubicBezTo>
                  <a:cubicBezTo>
                    <a:pt x="109640" y="75953"/>
                    <a:pt x="102445" y="73102"/>
                    <a:pt x="93765" y="73102"/>
                  </a:cubicBezTo>
                  <a:close/>
                  <a:moveTo>
                    <a:pt x="102445" y="0"/>
                  </a:moveTo>
                  <a:lnTo>
                    <a:pt x="121974" y="0"/>
                  </a:lnTo>
                  <a:cubicBezTo>
                    <a:pt x="155095" y="0"/>
                    <a:pt x="182048" y="26914"/>
                    <a:pt x="182048" y="60101"/>
                  </a:cubicBezTo>
                  <a:lnTo>
                    <a:pt x="182048" y="78919"/>
                  </a:lnTo>
                  <a:cubicBezTo>
                    <a:pt x="184332" y="82112"/>
                    <a:pt x="185474" y="85875"/>
                    <a:pt x="185474" y="89639"/>
                  </a:cubicBezTo>
                  <a:lnTo>
                    <a:pt x="185474" y="103096"/>
                  </a:lnTo>
                  <a:cubicBezTo>
                    <a:pt x="185474" y="108570"/>
                    <a:pt x="183076" y="113816"/>
                    <a:pt x="178850" y="117237"/>
                  </a:cubicBezTo>
                  <a:cubicBezTo>
                    <a:pt x="177822" y="120659"/>
                    <a:pt x="176566" y="124080"/>
                    <a:pt x="174967" y="127501"/>
                  </a:cubicBezTo>
                  <a:cubicBezTo>
                    <a:pt x="171883" y="135599"/>
                    <a:pt x="167429" y="144038"/>
                    <a:pt x="162061" y="151793"/>
                  </a:cubicBezTo>
                  <a:cubicBezTo>
                    <a:pt x="159777" y="154986"/>
                    <a:pt x="156922" y="158978"/>
                    <a:pt x="153382" y="162741"/>
                  </a:cubicBezTo>
                  <a:cubicBezTo>
                    <a:pt x="156465" y="164224"/>
                    <a:pt x="159206" y="166276"/>
                    <a:pt x="161376" y="168785"/>
                  </a:cubicBezTo>
                  <a:lnTo>
                    <a:pt x="205460" y="177567"/>
                  </a:lnTo>
                  <a:cubicBezTo>
                    <a:pt x="216881" y="179848"/>
                    <a:pt x="225104" y="189998"/>
                    <a:pt x="225104" y="201630"/>
                  </a:cubicBezTo>
                  <a:lnTo>
                    <a:pt x="225104" y="360380"/>
                  </a:lnTo>
                  <a:cubicBezTo>
                    <a:pt x="225104" y="364029"/>
                    <a:pt x="224305" y="367450"/>
                    <a:pt x="222820" y="370644"/>
                  </a:cubicBezTo>
                  <a:lnTo>
                    <a:pt x="222820" y="387978"/>
                  </a:lnTo>
                  <a:cubicBezTo>
                    <a:pt x="222820" y="399839"/>
                    <a:pt x="213227" y="409419"/>
                    <a:pt x="201349" y="409419"/>
                  </a:cubicBezTo>
                  <a:cubicBezTo>
                    <a:pt x="197123" y="409419"/>
                    <a:pt x="193012" y="408164"/>
                    <a:pt x="189700" y="405997"/>
                  </a:cubicBezTo>
                  <a:lnTo>
                    <a:pt x="189700" y="570221"/>
                  </a:lnTo>
                  <a:cubicBezTo>
                    <a:pt x="189700" y="591547"/>
                    <a:pt x="172454" y="608768"/>
                    <a:pt x="151097" y="608768"/>
                  </a:cubicBezTo>
                  <a:cubicBezTo>
                    <a:pt x="129855" y="608768"/>
                    <a:pt x="112609" y="591547"/>
                    <a:pt x="112609" y="570221"/>
                  </a:cubicBezTo>
                  <a:cubicBezTo>
                    <a:pt x="112609" y="591547"/>
                    <a:pt x="95250" y="608768"/>
                    <a:pt x="74007" y="608768"/>
                  </a:cubicBezTo>
                  <a:cubicBezTo>
                    <a:pt x="52650" y="608768"/>
                    <a:pt x="35405" y="591547"/>
                    <a:pt x="35405" y="570221"/>
                  </a:cubicBezTo>
                  <a:lnTo>
                    <a:pt x="35405" y="405997"/>
                  </a:lnTo>
                  <a:cubicBezTo>
                    <a:pt x="32093" y="408164"/>
                    <a:pt x="27981" y="409419"/>
                    <a:pt x="23756" y="409419"/>
                  </a:cubicBezTo>
                  <a:cubicBezTo>
                    <a:pt x="11878" y="409419"/>
                    <a:pt x="2284" y="399839"/>
                    <a:pt x="2284" y="387978"/>
                  </a:cubicBezTo>
                  <a:lnTo>
                    <a:pt x="2284" y="370644"/>
                  </a:lnTo>
                  <a:cubicBezTo>
                    <a:pt x="800" y="367450"/>
                    <a:pt x="0" y="364029"/>
                    <a:pt x="0" y="360380"/>
                  </a:cubicBezTo>
                  <a:lnTo>
                    <a:pt x="0" y="201630"/>
                  </a:lnTo>
                  <a:cubicBezTo>
                    <a:pt x="0" y="189998"/>
                    <a:pt x="8223" y="179962"/>
                    <a:pt x="19644" y="177567"/>
                  </a:cubicBezTo>
                  <a:lnTo>
                    <a:pt x="62929" y="168785"/>
                  </a:lnTo>
                  <a:cubicBezTo>
                    <a:pt x="65213" y="166276"/>
                    <a:pt x="67954" y="164224"/>
                    <a:pt x="70923" y="162855"/>
                  </a:cubicBezTo>
                  <a:cubicBezTo>
                    <a:pt x="67497" y="158978"/>
                    <a:pt x="64528" y="154986"/>
                    <a:pt x="62358" y="151793"/>
                  </a:cubicBezTo>
                  <a:cubicBezTo>
                    <a:pt x="56876" y="144038"/>
                    <a:pt x="52422" y="135599"/>
                    <a:pt x="49338" y="127501"/>
                  </a:cubicBezTo>
                  <a:cubicBezTo>
                    <a:pt x="47853" y="124080"/>
                    <a:pt x="46483" y="120659"/>
                    <a:pt x="45455" y="117237"/>
                  </a:cubicBezTo>
                  <a:cubicBezTo>
                    <a:pt x="41229" y="113816"/>
                    <a:pt x="38831" y="108570"/>
                    <a:pt x="38831" y="103096"/>
                  </a:cubicBezTo>
                  <a:lnTo>
                    <a:pt x="38831" y="89639"/>
                  </a:lnTo>
                  <a:cubicBezTo>
                    <a:pt x="38831" y="85875"/>
                    <a:pt x="40087" y="82112"/>
                    <a:pt x="42257" y="78919"/>
                  </a:cubicBezTo>
                  <a:lnTo>
                    <a:pt x="42257" y="60101"/>
                  </a:lnTo>
                  <a:cubicBezTo>
                    <a:pt x="42257" y="26914"/>
                    <a:pt x="69210" y="0"/>
                    <a:pt x="10244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31" id="31"/>
          <p:cNvGrpSpPr/>
          <p:nvPr/>
        </p:nvGrpSpPr>
        <p:grpSpPr>
          <a:xfrm>
            <a:off x="1646474" y="3315104"/>
            <a:ext cx="1247564" cy="1247561"/>
            <a:chOff x="4537749" y="2796111"/>
            <a:chExt cx="1423198" cy="1423196"/>
          </a:xfrm>
        </p:grpSpPr>
        <p:grpSp>
          <p:nvGrpSpPr>
            <p:cNvPr name="Group 32" id="32"/>
            <p:cNvGrpSpPr/>
            <p:nvPr/>
          </p:nvGrpSpPr>
          <p:grpSpPr>
            <a:xfrm>
              <a:off x="4537749" y="2796111"/>
              <a:ext cx="1423198" cy="1423196"/>
              <a:chOff x="4832911" y="2816820"/>
              <a:chExt cx="1153616" cy="1153614"/>
            </a:xfrm>
          </p:grpSpPr>
          <p:sp>
            <p:nvSpPr>
              <p:cNvPr name="Freeform 33" id="33"/>
              <p:cNvSpPr/>
              <p:nvPr/>
            </p:nvSpPr>
            <p:spPr>
              <a:xfrm flipH="true">
                <a:off x="4832911" y="2816820"/>
                <a:ext cx="1153616" cy="1153614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4" id="34"/>
              <p:cNvSpPr/>
              <p:nvPr/>
            </p:nvSpPr>
            <p:spPr>
              <a:xfrm flipH="true">
                <a:off x="5051854" y="3035760"/>
                <a:ext cx="715735" cy="715735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35" id="35"/>
            <p:cNvSpPr/>
            <p:nvPr/>
          </p:nvSpPr>
          <p:spPr>
            <a:xfrm>
              <a:off x="5061916" y="3300667"/>
              <a:ext cx="374864" cy="414084"/>
            </a:xfrm>
            <a:custGeom>
              <a:avLst/>
              <a:gdLst/>
              <a:ahLst/>
              <a:cxnLst/>
              <a:rect r="r" b="b" t="t" l="l"/>
              <a:pathLst>
                <a:path w="551045" h="608697" stroke="true" fill="norm" extrusionOk="true">
                  <a:moveTo>
                    <a:pt x="485820" y="430096"/>
                  </a:moveTo>
                  <a:cubicBezTo>
                    <a:pt x="520910" y="430096"/>
                    <a:pt x="549489" y="457699"/>
                    <a:pt x="550987" y="492317"/>
                  </a:cubicBezTo>
                  <a:cubicBezTo>
                    <a:pt x="550987" y="492375"/>
                    <a:pt x="551045" y="492432"/>
                    <a:pt x="551045" y="492490"/>
                  </a:cubicBezTo>
                  <a:cubicBezTo>
                    <a:pt x="551045" y="492950"/>
                    <a:pt x="551045" y="493353"/>
                    <a:pt x="550987" y="493813"/>
                  </a:cubicBezTo>
                  <a:cubicBezTo>
                    <a:pt x="551045" y="494273"/>
                    <a:pt x="551045" y="494733"/>
                    <a:pt x="551045" y="495193"/>
                  </a:cubicBezTo>
                  <a:cubicBezTo>
                    <a:pt x="551045" y="531134"/>
                    <a:pt x="521832" y="560289"/>
                    <a:pt x="485820" y="560289"/>
                  </a:cubicBezTo>
                  <a:cubicBezTo>
                    <a:pt x="454129" y="560289"/>
                    <a:pt x="427739" y="537747"/>
                    <a:pt x="421862" y="507902"/>
                  </a:cubicBezTo>
                  <a:cubicBezTo>
                    <a:pt x="420710" y="503474"/>
                    <a:pt x="420076" y="499046"/>
                    <a:pt x="420134" y="494560"/>
                  </a:cubicBezTo>
                  <a:cubicBezTo>
                    <a:pt x="420134" y="489385"/>
                    <a:pt x="421056" y="484152"/>
                    <a:pt x="422611" y="479034"/>
                  </a:cubicBezTo>
                  <a:cubicBezTo>
                    <a:pt x="429814" y="450913"/>
                    <a:pt x="455397" y="430096"/>
                    <a:pt x="485820" y="430096"/>
                  </a:cubicBezTo>
                  <a:close/>
                  <a:moveTo>
                    <a:pt x="485137" y="236253"/>
                  </a:moveTo>
                  <a:cubicBezTo>
                    <a:pt x="521537" y="236253"/>
                    <a:pt x="551045" y="265714"/>
                    <a:pt x="551045" y="302055"/>
                  </a:cubicBezTo>
                  <a:cubicBezTo>
                    <a:pt x="551045" y="338396"/>
                    <a:pt x="521537" y="367857"/>
                    <a:pt x="485137" y="367857"/>
                  </a:cubicBezTo>
                  <a:cubicBezTo>
                    <a:pt x="448737" y="367857"/>
                    <a:pt x="419229" y="338396"/>
                    <a:pt x="419229" y="302055"/>
                  </a:cubicBezTo>
                  <a:cubicBezTo>
                    <a:pt x="419229" y="265714"/>
                    <a:pt x="448737" y="236253"/>
                    <a:pt x="485137" y="236253"/>
                  </a:cubicBezTo>
                  <a:close/>
                  <a:moveTo>
                    <a:pt x="45513" y="160819"/>
                  </a:moveTo>
                  <a:lnTo>
                    <a:pt x="62048" y="160819"/>
                  </a:lnTo>
                  <a:lnTo>
                    <a:pt x="78583" y="243365"/>
                  </a:lnTo>
                  <a:lnTo>
                    <a:pt x="98228" y="243365"/>
                  </a:lnTo>
                  <a:lnTo>
                    <a:pt x="103356" y="187625"/>
                  </a:lnTo>
                  <a:cubicBezTo>
                    <a:pt x="103183" y="186647"/>
                    <a:pt x="102952" y="185612"/>
                    <a:pt x="102722" y="184634"/>
                  </a:cubicBezTo>
                  <a:cubicBezTo>
                    <a:pt x="100936" y="177386"/>
                    <a:pt x="97767" y="170483"/>
                    <a:pt x="94368" y="163293"/>
                  </a:cubicBezTo>
                  <a:cubicBezTo>
                    <a:pt x="94368" y="163293"/>
                    <a:pt x="93677" y="161855"/>
                    <a:pt x="93331" y="161107"/>
                  </a:cubicBezTo>
                  <a:lnTo>
                    <a:pt x="93389" y="161107"/>
                  </a:lnTo>
                  <a:cubicBezTo>
                    <a:pt x="93331" y="160992"/>
                    <a:pt x="93274" y="160877"/>
                    <a:pt x="93274" y="160819"/>
                  </a:cubicBezTo>
                  <a:lnTo>
                    <a:pt x="137347" y="160819"/>
                  </a:lnTo>
                  <a:cubicBezTo>
                    <a:pt x="137289" y="160877"/>
                    <a:pt x="137232" y="160992"/>
                    <a:pt x="137232" y="161107"/>
                  </a:cubicBezTo>
                  <a:lnTo>
                    <a:pt x="137404" y="161107"/>
                  </a:lnTo>
                  <a:cubicBezTo>
                    <a:pt x="137059" y="161855"/>
                    <a:pt x="136367" y="163293"/>
                    <a:pt x="136367" y="163293"/>
                  </a:cubicBezTo>
                  <a:cubicBezTo>
                    <a:pt x="132507" y="171576"/>
                    <a:pt x="128820" y="179514"/>
                    <a:pt x="127322" y="187913"/>
                  </a:cubicBezTo>
                  <a:lnTo>
                    <a:pt x="132450" y="243365"/>
                  </a:lnTo>
                  <a:lnTo>
                    <a:pt x="152038" y="243365"/>
                  </a:lnTo>
                  <a:lnTo>
                    <a:pt x="168630" y="160819"/>
                  </a:lnTo>
                  <a:lnTo>
                    <a:pt x="185165" y="160819"/>
                  </a:lnTo>
                  <a:cubicBezTo>
                    <a:pt x="210283" y="160819"/>
                    <a:pt x="230678" y="181125"/>
                    <a:pt x="230678" y="206263"/>
                  </a:cubicBezTo>
                  <a:lnTo>
                    <a:pt x="230678" y="338682"/>
                  </a:lnTo>
                  <a:cubicBezTo>
                    <a:pt x="230678" y="363820"/>
                    <a:pt x="210283" y="384125"/>
                    <a:pt x="185165" y="384125"/>
                  </a:cubicBezTo>
                  <a:lnTo>
                    <a:pt x="179346" y="384125"/>
                  </a:lnTo>
                  <a:lnTo>
                    <a:pt x="179346" y="576599"/>
                  </a:lnTo>
                  <a:cubicBezTo>
                    <a:pt x="179346" y="594316"/>
                    <a:pt x="165000" y="608697"/>
                    <a:pt x="147256" y="608697"/>
                  </a:cubicBezTo>
                  <a:cubicBezTo>
                    <a:pt x="130721" y="608697"/>
                    <a:pt x="117125" y="596215"/>
                    <a:pt x="115339" y="580223"/>
                  </a:cubicBezTo>
                  <a:cubicBezTo>
                    <a:pt x="113553" y="596215"/>
                    <a:pt x="99957" y="608697"/>
                    <a:pt x="83422" y="608697"/>
                  </a:cubicBezTo>
                  <a:cubicBezTo>
                    <a:pt x="65678" y="608697"/>
                    <a:pt x="51332" y="594316"/>
                    <a:pt x="51332" y="576599"/>
                  </a:cubicBezTo>
                  <a:lnTo>
                    <a:pt x="51332" y="384125"/>
                  </a:lnTo>
                  <a:lnTo>
                    <a:pt x="45513" y="384125"/>
                  </a:lnTo>
                  <a:cubicBezTo>
                    <a:pt x="20395" y="384125"/>
                    <a:pt x="0" y="363820"/>
                    <a:pt x="0" y="338682"/>
                  </a:cubicBezTo>
                  <a:lnTo>
                    <a:pt x="0" y="206263"/>
                  </a:lnTo>
                  <a:cubicBezTo>
                    <a:pt x="0" y="181125"/>
                    <a:pt x="20395" y="160819"/>
                    <a:pt x="45513" y="160819"/>
                  </a:cubicBezTo>
                  <a:close/>
                  <a:moveTo>
                    <a:pt x="400710" y="89618"/>
                  </a:moveTo>
                  <a:lnTo>
                    <a:pt x="400710" y="134086"/>
                  </a:lnTo>
                  <a:cubicBezTo>
                    <a:pt x="375702" y="134086"/>
                    <a:pt x="355362" y="154393"/>
                    <a:pt x="355362" y="179359"/>
                  </a:cubicBezTo>
                  <a:lnTo>
                    <a:pt x="355362" y="279857"/>
                  </a:lnTo>
                  <a:lnTo>
                    <a:pt x="401517" y="279857"/>
                  </a:lnTo>
                  <a:lnTo>
                    <a:pt x="401517" y="324325"/>
                  </a:lnTo>
                  <a:lnTo>
                    <a:pt x="355362" y="324325"/>
                  </a:lnTo>
                  <a:lnTo>
                    <a:pt x="355362" y="424823"/>
                  </a:lnTo>
                  <a:cubicBezTo>
                    <a:pt x="355362" y="449731"/>
                    <a:pt x="375702" y="470038"/>
                    <a:pt x="400710" y="470038"/>
                  </a:cubicBezTo>
                  <a:lnTo>
                    <a:pt x="400710" y="514563"/>
                  </a:lnTo>
                  <a:cubicBezTo>
                    <a:pt x="351155" y="514563"/>
                    <a:pt x="310820" y="474295"/>
                    <a:pt x="310820" y="424823"/>
                  </a:cubicBezTo>
                  <a:lnTo>
                    <a:pt x="310820" y="324325"/>
                  </a:lnTo>
                  <a:lnTo>
                    <a:pt x="270830" y="324325"/>
                  </a:lnTo>
                  <a:lnTo>
                    <a:pt x="270830" y="279857"/>
                  </a:lnTo>
                  <a:lnTo>
                    <a:pt x="310820" y="279857"/>
                  </a:lnTo>
                  <a:lnTo>
                    <a:pt x="310820" y="179359"/>
                  </a:lnTo>
                  <a:cubicBezTo>
                    <a:pt x="310820" y="129886"/>
                    <a:pt x="351155" y="89618"/>
                    <a:pt x="400710" y="89618"/>
                  </a:cubicBezTo>
                  <a:close/>
                  <a:moveTo>
                    <a:pt x="487441" y="44033"/>
                  </a:moveTo>
                  <a:cubicBezTo>
                    <a:pt x="487557" y="44090"/>
                    <a:pt x="487614" y="44090"/>
                    <a:pt x="487729" y="44148"/>
                  </a:cubicBezTo>
                  <a:cubicBezTo>
                    <a:pt x="521828" y="45471"/>
                    <a:pt x="549246" y="73030"/>
                    <a:pt x="550282" y="107206"/>
                  </a:cubicBezTo>
                  <a:cubicBezTo>
                    <a:pt x="550282" y="107436"/>
                    <a:pt x="550282" y="107667"/>
                    <a:pt x="550340" y="107897"/>
                  </a:cubicBezTo>
                  <a:cubicBezTo>
                    <a:pt x="550340" y="108184"/>
                    <a:pt x="550340" y="108472"/>
                    <a:pt x="550340" y="108760"/>
                  </a:cubicBezTo>
                  <a:cubicBezTo>
                    <a:pt x="550340" y="108875"/>
                    <a:pt x="550340" y="109047"/>
                    <a:pt x="550340" y="109220"/>
                  </a:cubicBezTo>
                  <a:cubicBezTo>
                    <a:pt x="550340" y="109393"/>
                    <a:pt x="550340" y="109508"/>
                    <a:pt x="550340" y="109680"/>
                  </a:cubicBezTo>
                  <a:cubicBezTo>
                    <a:pt x="550340" y="110371"/>
                    <a:pt x="550282" y="111119"/>
                    <a:pt x="550282" y="111867"/>
                  </a:cubicBezTo>
                  <a:cubicBezTo>
                    <a:pt x="550225" y="112384"/>
                    <a:pt x="550225" y="112902"/>
                    <a:pt x="550167" y="113420"/>
                  </a:cubicBezTo>
                  <a:cubicBezTo>
                    <a:pt x="550167" y="113593"/>
                    <a:pt x="550167" y="113765"/>
                    <a:pt x="550167" y="113938"/>
                  </a:cubicBezTo>
                  <a:cubicBezTo>
                    <a:pt x="547748" y="147653"/>
                    <a:pt x="519582" y="174349"/>
                    <a:pt x="485137" y="174349"/>
                  </a:cubicBezTo>
                  <a:cubicBezTo>
                    <a:pt x="484792" y="174349"/>
                    <a:pt x="484446" y="174292"/>
                    <a:pt x="484158" y="174292"/>
                  </a:cubicBezTo>
                  <a:cubicBezTo>
                    <a:pt x="478629" y="174579"/>
                    <a:pt x="473099" y="173716"/>
                    <a:pt x="467685" y="171933"/>
                  </a:cubicBezTo>
                  <a:cubicBezTo>
                    <a:pt x="440556" y="164396"/>
                    <a:pt x="420511" y="139828"/>
                    <a:pt x="419993" y="110428"/>
                  </a:cubicBezTo>
                  <a:cubicBezTo>
                    <a:pt x="419993" y="110313"/>
                    <a:pt x="419935" y="110198"/>
                    <a:pt x="419935" y="110083"/>
                  </a:cubicBezTo>
                  <a:cubicBezTo>
                    <a:pt x="419935" y="109910"/>
                    <a:pt x="419935" y="109795"/>
                    <a:pt x="419993" y="109680"/>
                  </a:cubicBezTo>
                  <a:cubicBezTo>
                    <a:pt x="419993" y="109508"/>
                    <a:pt x="419935" y="109335"/>
                    <a:pt x="419935" y="109220"/>
                  </a:cubicBezTo>
                  <a:cubicBezTo>
                    <a:pt x="419935" y="108990"/>
                    <a:pt x="419935" y="108760"/>
                    <a:pt x="419993" y="108530"/>
                  </a:cubicBezTo>
                  <a:cubicBezTo>
                    <a:pt x="419993" y="107839"/>
                    <a:pt x="419993" y="107206"/>
                    <a:pt x="419993" y="106516"/>
                  </a:cubicBezTo>
                  <a:cubicBezTo>
                    <a:pt x="421433" y="71822"/>
                    <a:pt x="450059" y="44090"/>
                    <a:pt x="485137" y="44090"/>
                  </a:cubicBezTo>
                  <a:cubicBezTo>
                    <a:pt x="485425" y="44090"/>
                    <a:pt x="485713" y="44090"/>
                    <a:pt x="486001" y="44090"/>
                  </a:cubicBezTo>
                  <a:cubicBezTo>
                    <a:pt x="486462" y="44090"/>
                    <a:pt x="486981" y="44033"/>
                    <a:pt x="487441" y="44033"/>
                  </a:cubicBezTo>
                  <a:close/>
                  <a:moveTo>
                    <a:pt x="114993" y="748"/>
                  </a:moveTo>
                  <a:lnTo>
                    <a:pt x="115281" y="748"/>
                  </a:lnTo>
                  <a:lnTo>
                    <a:pt x="115569" y="748"/>
                  </a:lnTo>
                  <a:cubicBezTo>
                    <a:pt x="145700" y="748"/>
                    <a:pt x="171913" y="21060"/>
                    <a:pt x="179403" y="50176"/>
                  </a:cubicBezTo>
                  <a:cubicBezTo>
                    <a:pt x="180843" y="55585"/>
                    <a:pt x="181534" y="61224"/>
                    <a:pt x="181534" y="66863"/>
                  </a:cubicBezTo>
                  <a:cubicBezTo>
                    <a:pt x="181534" y="103115"/>
                    <a:pt x="151980" y="132634"/>
                    <a:pt x="115685" y="132634"/>
                  </a:cubicBezTo>
                  <a:lnTo>
                    <a:pt x="115397" y="132634"/>
                  </a:lnTo>
                  <a:lnTo>
                    <a:pt x="115109" y="132634"/>
                  </a:lnTo>
                  <a:cubicBezTo>
                    <a:pt x="84978" y="132634"/>
                    <a:pt x="58765" y="112321"/>
                    <a:pt x="51275" y="83262"/>
                  </a:cubicBezTo>
                  <a:cubicBezTo>
                    <a:pt x="49835" y="77854"/>
                    <a:pt x="49144" y="72214"/>
                    <a:pt x="49144" y="66575"/>
                  </a:cubicBezTo>
                  <a:cubicBezTo>
                    <a:pt x="49144" y="30267"/>
                    <a:pt x="78698" y="748"/>
                    <a:pt x="114993" y="748"/>
                  </a:cubicBezTo>
                  <a:close/>
                  <a:moveTo>
                    <a:pt x="114958" y="423"/>
                  </a:moveTo>
                  <a:cubicBezTo>
                    <a:pt x="78366" y="423"/>
                    <a:pt x="48690" y="30047"/>
                    <a:pt x="48690" y="66575"/>
                  </a:cubicBezTo>
                  <a:cubicBezTo>
                    <a:pt x="48690" y="72385"/>
                    <a:pt x="49439" y="78022"/>
                    <a:pt x="50822" y="83372"/>
                  </a:cubicBezTo>
                  <a:cubicBezTo>
                    <a:pt x="58198" y="111904"/>
                    <a:pt x="84129" y="133015"/>
                    <a:pt x="115073" y="133015"/>
                  </a:cubicBezTo>
                  <a:cubicBezTo>
                    <a:pt x="115131" y="133015"/>
                    <a:pt x="115246" y="133015"/>
                    <a:pt x="115361" y="133015"/>
                  </a:cubicBezTo>
                  <a:cubicBezTo>
                    <a:pt x="115419" y="133015"/>
                    <a:pt x="115534" y="133015"/>
                    <a:pt x="115649" y="133015"/>
                  </a:cubicBezTo>
                  <a:cubicBezTo>
                    <a:pt x="152241" y="133015"/>
                    <a:pt x="181917" y="103391"/>
                    <a:pt x="181917" y="66863"/>
                  </a:cubicBezTo>
                  <a:cubicBezTo>
                    <a:pt x="181917" y="61053"/>
                    <a:pt x="181168" y="55415"/>
                    <a:pt x="179785" y="50066"/>
                  </a:cubicBezTo>
                  <a:cubicBezTo>
                    <a:pt x="172409" y="21534"/>
                    <a:pt x="146478" y="423"/>
                    <a:pt x="115534" y="423"/>
                  </a:cubicBezTo>
                  <a:cubicBezTo>
                    <a:pt x="115476" y="423"/>
                    <a:pt x="115361" y="423"/>
                    <a:pt x="115246" y="423"/>
                  </a:cubicBezTo>
                  <a:cubicBezTo>
                    <a:pt x="115188" y="423"/>
                    <a:pt x="115073" y="423"/>
                    <a:pt x="114958" y="423"/>
                  </a:cubicBezTo>
                  <a:close/>
                  <a:moveTo>
                    <a:pt x="114993" y="0"/>
                  </a:moveTo>
                  <a:lnTo>
                    <a:pt x="115281" y="0"/>
                  </a:lnTo>
                  <a:lnTo>
                    <a:pt x="115569" y="0"/>
                  </a:lnTo>
                  <a:cubicBezTo>
                    <a:pt x="146046" y="0"/>
                    <a:pt x="172605" y="20542"/>
                    <a:pt x="180152" y="49946"/>
                  </a:cubicBezTo>
                  <a:cubicBezTo>
                    <a:pt x="181592" y="55470"/>
                    <a:pt x="182341" y="61109"/>
                    <a:pt x="182341" y="66863"/>
                  </a:cubicBezTo>
                  <a:cubicBezTo>
                    <a:pt x="182341" y="103575"/>
                    <a:pt x="152441" y="133439"/>
                    <a:pt x="115685" y="133439"/>
                  </a:cubicBezTo>
                  <a:lnTo>
                    <a:pt x="115397" y="133439"/>
                  </a:lnTo>
                  <a:lnTo>
                    <a:pt x="115109" y="133439"/>
                  </a:lnTo>
                  <a:cubicBezTo>
                    <a:pt x="84632" y="133439"/>
                    <a:pt x="58073" y="112897"/>
                    <a:pt x="50526" y="83493"/>
                  </a:cubicBezTo>
                  <a:cubicBezTo>
                    <a:pt x="49086" y="77969"/>
                    <a:pt x="48337" y="72272"/>
                    <a:pt x="48337" y="66575"/>
                  </a:cubicBezTo>
                  <a:cubicBezTo>
                    <a:pt x="48337" y="29864"/>
                    <a:pt x="78237" y="0"/>
                    <a:pt x="114993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36" id="36"/>
          <p:cNvGrpSpPr/>
          <p:nvPr/>
        </p:nvGrpSpPr>
        <p:grpSpPr>
          <a:xfrm>
            <a:off x="3438127" y="3725992"/>
            <a:ext cx="1247564" cy="1247561"/>
            <a:chOff x="8258566" y="2796111"/>
            <a:chExt cx="1423198" cy="1423196"/>
          </a:xfrm>
        </p:grpSpPr>
        <p:grpSp>
          <p:nvGrpSpPr>
            <p:cNvPr name="Group 37" id="37"/>
            <p:cNvGrpSpPr/>
            <p:nvPr/>
          </p:nvGrpSpPr>
          <p:grpSpPr>
            <a:xfrm>
              <a:off x="8258566" y="2796111"/>
              <a:ext cx="1423198" cy="1423196"/>
              <a:chOff x="7848930" y="2816820"/>
              <a:chExt cx="1153616" cy="1153614"/>
            </a:xfrm>
          </p:grpSpPr>
          <p:sp>
            <p:nvSpPr>
              <p:cNvPr name="Freeform 38" id="38"/>
              <p:cNvSpPr/>
              <p:nvPr/>
            </p:nvSpPr>
            <p:spPr>
              <a:xfrm flipH="true">
                <a:off x="7848930" y="2816820"/>
                <a:ext cx="1153616" cy="1153614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39" id="39"/>
              <p:cNvSpPr/>
              <p:nvPr/>
            </p:nvSpPr>
            <p:spPr>
              <a:xfrm flipH="true">
                <a:off x="8067874" y="3035760"/>
                <a:ext cx="715735" cy="715735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40" id="40"/>
            <p:cNvSpPr/>
            <p:nvPr/>
          </p:nvSpPr>
          <p:spPr>
            <a:xfrm>
              <a:off x="8782733" y="3300667"/>
              <a:ext cx="374864" cy="414084"/>
            </a:xfrm>
            <a:custGeom>
              <a:avLst/>
              <a:gdLst/>
              <a:ahLst/>
              <a:cxnLst/>
              <a:rect r="r" b="b" t="t" l="l"/>
              <a:pathLst>
                <a:path w="551045" h="608697" stroke="true" fill="norm" extrusionOk="true">
                  <a:moveTo>
                    <a:pt x="485820" y="430096"/>
                  </a:moveTo>
                  <a:cubicBezTo>
                    <a:pt x="520910" y="430096"/>
                    <a:pt x="549489" y="457699"/>
                    <a:pt x="550987" y="492317"/>
                  </a:cubicBezTo>
                  <a:cubicBezTo>
                    <a:pt x="550987" y="492375"/>
                    <a:pt x="551045" y="492432"/>
                    <a:pt x="551045" y="492490"/>
                  </a:cubicBezTo>
                  <a:cubicBezTo>
                    <a:pt x="551045" y="492950"/>
                    <a:pt x="551045" y="493353"/>
                    <a:pt x="550987" y="493813"/>
                  </a:cubicBezTo>
                  <a:cubicBezTo>
                    <a:pt x="551045" y="494273"/>
                    <a:pt x="551045" y="494733"/>
                    <a:pt x="551045" y="495193"/>
                  </a:cubicBezTo>
                  <a:cubicBezTo>
                    <a:pt x="551045" y="531134"/>
                    <a:pt x="521832" y="560289"/>
                    <a:pt x="485820" y="560289"/>
                  </a:cubicBezTo>
                  <a:cubicBezTo>
                    <a:pt x="454129" y="560289"/>
                    <a:pt x="427739" y="537747"/>
                    <a:pt x="421862" y="507902"/>
                  </a:cubicBezTo>
                  <a:cubicBezTo>
                    <a:pt x="420710" y="503474"/>
                    <a:pt x="420076" y="499046"/>
                    <a:pt x="420134" y="494560"/>
                  </a:cubicBezTo>
                  <a:cubicBezTo>
                    <a:pt x="420134" y="489385"/>
                    <a:pt x="421056" y="484152"/>
                    <a:pt x="422611" y="479034"/>
                  </a:cubicBezTo>
                  <a:cubicBezTo>
                    <a:pt x="429814" y="450913"/>
                    <a:pt x="455397" y="430096"/>
                    <a:pt x="485820" y="430096"/>
                  </a:cubicBezTo>
                  <a:close/>
                  <a:moveTo>
                    <a:pt x="485137" y="236253"/>
                  </a:moveTo>
                  <a:cubicBezTo>
                    <a:pt x="521537" y="236253"/>
                    <a:pt x="551045" y="265714"/>
                    <a:pt x="551045" y="302055"/>
                  </a:cubicBezTo>
                  <a:cubicBezTo>
                    <a:pt x="551045" y="338396"/>
                    <a:pt x="521537" y="367857"/>
                    <a:pt x="485137" y="367857"/>
                  </a:cubicBezTo>
                  <a:cubicBezTo>
                    <a:pt x="448737" y="367857"/>
                    <a:pt x="419229" y="338396"/>
                    <a:pt x="419229" y="302055"/>
                  </a:cubicBezTo>
                  <a:cubicBezTo>
                    <a:pt x="419229" y="265714"/>
                    <a:pt x="448737" y="236253"/>
                    <a:pt x="485137" y="236253"/>
                  </a:cubicBezTo>
                  <a:close/>
                  <a:moveTo>
                    <a:pt x="45513" y="160819"/>
                  </a:moveTo>
                  <a:lnTo>
                    <a:pt x="62048" y="160819"/>
                  </a:lnTo>
                  <a:lnTo>
                    <a:pt x="78583" y="243365"/>
                  </a:lnTo>
                  <a:lnTo>
                    <a:pt x="98228" y="243365"/>
                  </a:lnTo>
                  <a:lnTo>
                    <a:pt x="103356" y="187625"/>
                  </a:lnTo>
                  <a:cubicBezTo>
                    <a:pt x="103183" y="186647"/>
                    <a:pt x="102952" y="185612"/>
                    <a:pt x="102722" y="184634"/>
                  </a:cubicBezTo>
                  <a:cubicBezTo>
                    <a:pt x="100936" y="177386"/>
                    <a:pt x="97767" y="170483"/>
                    <a:pt x="94368" y="163293"/>
                  </a:cubicBezTo>
                  <a:cubicBezTo>
                    <a:pt x="94368" y="163293"/>
                    <a:pt x="93677" y="161855"/>
                    <a:pt x="93331" y="161107"/>
                  </a:cubicBezTo>
                  <a:lnTo>
                    <a:pt x="93389" y="161107"/>
                  </a:lnTo>
                  <a:cubicBezTo>
                    <a:pt x="93331" y="160992"/>
                    <a:pt x="93274" y="160877"/>
                    <a:pt x="93274" y="160819"/>
                  </a:cubicBezTo>
                  <a:lnTo>
                    <a:pt x="137347" y="160819"/>
                  </a:lnTo>
                  <a:cubicBezTo>
                    <a:pt x="137289" y="160877"/>
                    <a:pt x="137232" y="160992"/>
                    <a:pt x="137232" y="161107"/>
                  </a:cubicBezTo>
                  <a:lnTo>
                    <a:pt x="137404" y="161107"/>
                  </a:lnTo>
                  <a:cubicBezTo>
                    <a:pt x="137059" y="161855"/>
                    <a:pt x="136367" y="163293"/>
                    <a:pt x="136367" y="163293"/>
                  </a:cubicBezTo>
                  <a:cubicBezTo>
                    <a:pt x="132507" y="171576"/>
                    <a:pt x="128820" y="179514"/>
                    <a:pt x="127322" y="187913"/>
                  </a:cubicBezTo>
                  <a:lnTo>
                    <a:pt x="132450" y="243365"/>
                  </a:lnTo>
                  <a:lnTo>
                    <a:pt x="152038" y="243365"/>
                  </a:lnTo>
                  <a:lnTo>
                    <a:pt x="168630" y="160819"/>
                  </a:lnTo>
                  <a:lnTo>
                    <a:pt x="185165" y="160819"/>
                  </a:lnTo>
                  <a:cubicBezTo>
                    <a:pt x="210283" y="160819"/>
                    <a:pt x="230678" y="181125"/>
                    <a:pt x="230678" y="206263"/>
                  </a:cubicBezTo>
                  <a:lnTo>
                    <a:pt x="230678" y="338682"/>
                  </a:lnTo>
                  <a:cubicBezTo>
                    <a:pt x="230678" y="363820"/>
                    <a:pt x="210283" y="384125"/>
                    <a:pt x="185165" y="384125"/>
                  </a:cubicBezTo>
                  <a:lnTo>
                    <a:pt x="179346" y="384125"/>
                  </a:lnTo>
                  <a:lnTo>
                    <a:pt x="179346" y="576599"/>
                  </a:lnTo>
                  <a:cubicBezTo>
                    <a:pt x="179346" y="594316"/>
                    <a:pt x="165000" y="608697"/>
                    <a:pt x="147256" y="608697"/>
                  </a:cubicBezTo>
                  <a:cubicBezTo>
                    <a:pt x="130721" y="608697"/>
                    <a:pt x="117125" y="596215"/>
                    <a:pt x="115339" y="580223"/>
                  </a:cubicBezTo>
                  <a:cubicBezTo>
                    <a:pt x="113553" y="596215"/>
                    <a:pt x="99957" y="608697"/>
                    <a:pt x="83422" y="608697"/>
                  </a:cubicBezTo>
                  <a:cubicBezTo>
                    <a:pt x="65678" y="608697"/>
                    <a:pt x="51332" y="594316"/>
                    <a:pt x="51332" y="576599"/>
                  </a:cubicBezTo>
                  <a:lnTo>
                    <a:pt x="51332" y="384125"/>
                  </a:lnTo>
                  <a:lnTo>
                    <a:pt x="45513" y="384125"/>
                  </a:lnTo>
                  <a:cubicBezTo>
                    <a:pt x="20395" y="384125"/>
                    <a:pt x="0" y="363820"/>
                    <a:pt x="0" y="338682"/>
                  </a:cubicBezTo>
                  <a:lnTo>
                    <a:pt x="0" y="206263"/>
                  </a:lnTo>
                  <a:cubicBezTo>
                    <a:pt x="0" y="181125"/>
                    <a:pt x="20395" y="160819"/>
                    <a:pt x="45513" y="160819"/>
                  </a:cubicBezTo>
                  <a:close/>
                  <a:moveTo>
                    <a:pt x="400710" y="89618"/>
                  </a:moveTo>
                  <a:lnTo>
                    <a:pt x="400710" y="134086"/>
                  </a:lnTo>
                  <a:cubicBezTo>
                    <a:pt x="375702" y="134086"/>
                    <a:pt x="355362" y="154393"/>
                    <a:pt x="355362" y="179359"/>
                  </a:cubicBezTo>
                  <a:lnTo>
                    <a:pt x="355362" y="279857"/>
                  </a:lnTo>
                  <a:lnTo>
                    <a:pt x="401517" y="279857"/>
                  </a:lnTo>
                  <a:lnTo>
                    <a:pt x="401517" y="324325"/>
                  </a:lnTo>
                  <a:lnTo>
                    <a:pt x="355362" y="324325"/>
                  </a:lnTo>
                  <a:lnTo>
                    <a:pt x="355362" y="424823"/>
                  </a:lnTo>
                  <a:cubicBezTo>
                    <a:pt x="355362" y="449731"/>
                    <a:pt x="375702" y="470038"/>
                    <a:pt x="400710" y="470038"/>
                  </a:cubicBezTo>
                  <a:lnTo>
                    <a:pt x="400710" y="514563"/>
                  </a:lnTo>
                  <a:cubicBezTo>
                    <a:pt x="351155" y="514563"/>
                    <a:pt x="310820" y="474295"/>
                    <a:pt x="310820" y="424823"/>
                  </a:cubicBezTo>
                  <a:lnTo>
                    <a:pt x="310820" y="324325"/>
                  </a:lnTo>
                  <a:lnTo>
                    <a:pt x="270830" y="324325"/>
                  </a:lnTo>
                  <a:lnTo>
                    <a:pt x="270830" y="279857"/>
                  </a:lnTo>
                  <a:lnTo>
                    <a:pt x="310820" y="279857"/>
                  </a:lnTo>
                  <a:lnTo>
                    <a:pt x="310820" y="179359"/>
                  </a:lnTo>
                  <a:cubicBezTo>
                    <a:pt x="310820" y="129886"/>
                    <a:pt x="351155" y="89618"/>
                    <a:pt x="400710" y="89618"/>
                  </a:cubicBezTo>
                  <a:close/>
                  <a:moveTo>
                    <a:pt x="487441" y="44033"/>
                  </a:moveTo>
                  <a:cubicBezTo>
                    <a:pt x="487557" y="44090"/>
                    <a:pt x="487614" y="44090"/>
                    <a:pt x="487729" y="44148"/>
                  </a:cubicBezTo>
                  <a:cubicBezTo>
                    <a:pt x="521828" y="45471"/>
                    <a:pt x="549246" y="73030"/>
                    <a:pt x="550282" y="107206"/>
                  </a:cubicBezTo>
                  <a:cubicBezTo>
                    <a:pt x="550282" y="107436"/>
                    <a:pt x="550282" y="107667"/>
                    <a:pt x="550340" y="107897"/>
                  </a:cubicBezTo>
                  <a:cubicBezTo>
                    <a:pt x="550340" y="108184"/>
                    <a:pt x="550340" y="108472"/>
                    <a:pt x="550340" y="108760"/>
                  </a:cubicBezTo>
                  <a:cubicBezTo>
                    <a:pt x="550340" y="108875"/>
                    <a:pt x="550340" y="109047"/>
                    <a:pt x="550340" y="109220"/>
                  </a:cubicBezTo>
                  <a:cubicBezTo>
                    <a:pt x="550340" y="109393"/>
                    <a:pt x="550340" y="109508"/>
                    <a:pt x="550340" y="109680"/>
                  </a:cubicBezTo>
                  <a:cubicBezTo>
                    <a:pt x="550340" y="110371"/>
                    <a:pt x="550282" y="111119"/>
                    <a:pt x="550282" y="111867"/>
                  </a:cubicBezTo>
                  <a:cubicBezTo>
                    <a:pt x="550225" y="112384"/>
                    <a:pt x="550225" y="112902"/>
                    <a:pt x="550167" y="113420"/>
                  </a:cubicBezTo>
                  <a:cubicBezTo>
                    <a:pt x="550167" y="113593"/>
                    <a:pt x="550167" y="113765"/>
                    <a:pt x="550167" y="113938"/>
                  </a:cubicBezTo>
                  <a:cubicBezTo>
                    <a:pt x="547748" y="147653"/>
                    <a:pt x="519582" y="174349"/>
                    <a:pt x="485137" y="174349"/>
                  </a:cubicBezTo>
                  <a:cubicBezTo>
                    <a:pt x="484792" y="174349"/>
                    <a:pt x="484446" y="174292"/>
                    <a:pt x="484158" y="174292"/>
                  </a:cubicBezTo>
                  <a:cubicBezTo>
                    <a:pt x="478629" y="174579"/>
                    <a:pt x="473099" y="173716"/>
                    <a:pt x="467685" y="171933"/>
                  </a:cubicBezTo>
                  <a:cubicBezTo>
                    <a:pt x="440556" y="164396"/>
                    <a:pt x="420511" y="139828"/>
                    <a:pt x="419993" y="110428"/>
                  </a:cubicBezTo>
                  <a:cubicBezTo>
                    <a:pt x="419993" y="110313"/>
                    <a:pt x="419935" y="110198"/>
                    <a:pt x="419935" y="110083"/>
                  </a:cubicBezTo>
                  <a:cubicBezTo>
                    <a:pt x="419935" y="109910"/>
                    <a:pt x="419935" y="109795"/>
                    <a:pt x="419993" y="109680"/>
                  </a:cubicBezTo>
                  <a:cubicBezTo>
                    <a:pt x="419993" y="109508"/>
                    <a:pt x="419935" y="109335"/>
                    <a:pt x="419935" y="109220"/>
                  </a:cubicBezTo>
                  <a:cubicBezTo>
                    <a:pt x="419935" y="108990"/>
                    <a:pt x="419935" y="108760"/>
                    <a:pt x="419993" y="108530"/>
                  </a:cubicBezTo>
                  <a:cubicBezTo>
                    <a:pt x="419993" y="107839"/>
                    <a:pt x="419993" y="107206"/>
                    <a:pt x="419993" y="106516"/>
                  </a:cubicBezTo>
                  <a:cubicBezTo>
                    <a:pt x="421433" y="71822"/>
                    <a:pt x="450059" y="44090"/>
                    <a:pt x="485137" y="44090"/>
                  </a:cubicBezTo>
                  <a:cubicBezTo>
                    <a:pt x="485425" y="44090"/>
                    <a:pt x="485713" y="44090"/>
                    <a:pt x="486001" y="44090"/>
                  </a:cubicBezTo>
                  <a:cubicBezTo>
                    <a:pt x="486462" y="44090"/>
                    <a:pt x="486981" y="44033"/>
                    <a:pt x="487441" y="44033"/>
                  </a:cubicBezTo>
                  <a:close/>
                  <a:moveTo>
                    <a:pt x="114993" y="748"/>
                  </a:moveTo>
                  <a:lnTo>
                    <a:pt x="115281" y="748"/>
                  </a:lnTo>
                  <a:lnTo>
                    <a:pt x="115569" y="748"/>
                  </a:lnTo>
                  <a:cubicBezTo>
                    <a:pt x="145700" y="748"/>
                    <a:pt x="171913" y="21060"/>
                    <a:pt x="179403" y="50176"/>
                  </a:cubicBezTo>
                  <a:cubicBezTo>
                    <a:pt x="180843" y="55585"/>
                    <a:pt x="181534" y="61224"/>
                    <a:pt x="181534" y="66863"/>
                  </a:cubicBezTo>
                  <a:cubicBezTo>
                    <a:pt x="181534" y="103115"/>
                    <a:pt x="151980" y="132634"/>
                    <a:pt x="115685" y="132634"/>
                  </a:cubicBezTo>
                  <a:lnTo>
                    <a:pt x="115397" y="132634"/>
                  </a:lnTo>
                  <a:lnTo>
                    <a:pt x="115109" y="132634"/>
                  </a:lnTo>
                  <a:cubicBezTo>
                    <a:pt x="84978" y="132634"/>
                    <a:pt x="58765" y="112321"/>
                    <a:pt x="51275" y="83262"/>
                  </a:cubicBezTo>
                  <a:cubicBezTo>
                    <a:pt x="49835" y="77854"/>
                    <a:pt x="49144" y="72214"/>
                    <a:pt x="49144" y="66575"/>
                  </a:cubicBezTo>
                  <a:cubicBezTo>
                    <a:pt x="49144" y="30267"/>
                    <a:pt x="78698" y="748"/>
                    <a:pt x="114993" y="748"/>
                  </a:cubicBezTo>
                  <a:close/>
                  <a:moveTo>
                    <a:pt x="114958" y="423"/>
                  </a:moveTo>
                  <a:cubicBezTo>
                    <a:pt x="78366" y="423"/>
                    <a:pt x="48690" y="30047"/>
                    <a:pt x="48690" y="66575"/>
                  </a:cubicBezTo>
                  <a:cubicBezTo>
                    <a:pt x="48690" y="72385"/>
                    <a:pt x="49439" y="78022"/>
                    <a:pt x="50822" y="83372"/>
                  </a:cubicBezTo>
                  <a:cubicBezTo>
                    <a:pt x="58198" y="111904"/>
                    <a:pt x="84129" y="133015"/>
                    <a:pt x="115073" y="133015"/>
                  </a:cubicBezTo>
                  <a:cubicBezTo>
                    <a:pt x="115131" y="133015"/>
                    <a:pt x="115246" y="133015"/>
                    <a:pt x="115361" y="133015"/>
                  </a:cubicBezTo>
                  <a:cubicBezTo>
                    <a:pt x="115419" y="133015"/>
                    <a:pt x="115534" y="133015"/>
                    <a:pt x="115649" y="133015"/>
                  </a:cubicBezTo>
                  <a:cubicBezTo>
                    <a:pt x="152241" y="133015"/>
                    <a:pt x="181917" y="103391"/>
                    <a:pt x="181917" y="66863"/>
                  </a:cubicBezTo>
                  <a:cubicBezTo>
                    <a:pt x="181917" y="61053"/>
                    <a:pt x="181168" y="55415"/>
                    <a:pt x="179785" y="50066"/>
                  </a:cubicBezTo>
                  <a:cubicBezTo>
                    <a:pt x="172409" y="21534"/>
                    <a:pt x="146478" y="423"/>
                    <a:pt x="115534" y="423"/>
                  </a:cubicBezTo>
                  <a:cubicBezTo>
                    <a:pt x="115476" y="423"/>
                    <a:pt x="115361" y="423"/>
                    <a:pt x="115246" y="423"/>
                  </a:cubicBezTo>
                  <a:cubicBezTo>
                    <a:pt x="115188" y="423"/>
                    <a:pt x="115073" y="423"/>
                    <a:pt x="114958" y="423"/>
                  </a:cubicBezTo>
                  <a:close/>
                  <a:moveTo>
                    <a:pt x="114993" y="0"/>
                  </a:moveTo>
                  <a:lnTo>
                    <a:pt x="115281" y="0"/>
                  </a:lnTo>
                  <a:lnTo>
                    <a:pt x="115569" y="0"/>
                  </a:lnTo>
                  <a:cubicBezTo>
                    <a:pt x="146046" y="0"/>
                    <a:pt x="172605" y="20542"/>
                    <a:pt x="180152" y="49946"/>
                  </a:cubicBezTo>
                  <a:cubicBezTo>
                    <a:pt x="181592" y="55470"/>
                    <a:pt x="182341" y="61109"/>
                    <a:pt x="182341" y="66863"/>
                  </a:cubicBezTo>
                  <a:cubicBezTo>
                    <a:pt x="182341" y="103575"/>
                    <a:pt x="152441" y="133439"/>
                    <a:pt x="115685" y="133439"/>
                  </a:cubicBezTo>
                  <a:lnTo>
                    <a:pt x="115397" y="133439"/>
                  </a:lnTo>
                  <a:lnTo>
                    <a:pt x="115109" y="133439"/>
                  </a:lnTo>
                  <a:cubicBezTo>
                    <a:pt x="84632" y="133439"/>
                    <a:pt x="58073" y="112897"/>
                    <a:pt x="50526" y="83493"/>
                  </a:cubicBezTo>
                  <a:cubicBezTo>
                    <a:pt x="49086" y="77969"/>
                    <a:pt x="48337" y="72272"/>
                    <a:pt x="48337" y="66575"/>
                  </a:cubicBezTo>
                  <a:cubicBezTo>
                    <a:pt x="48337" y="29864"/>
                    <a:pt x="78237" y="0"/>
                    <a:pt x="114993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</p:spTree>
  </p:cSld>
  <p:clrMapOvr>
    <a:masterClrMapping/>
  </p:clrMapOvr>
  <p:transition spd="slow">
    <p:split dir="in"/>
  </p:transition>
  <p:timing>
    <p:tnLst>
      <p:par>
        <p:cTn id="14365" dur="indefinite" repeatCount="1000" spd="100%" accel="0%" decel="0%" restart="never" nodeType="tmRoot">
          <p:childTnLst>
            <p:seq concurrent="true" nextAc="seek">
              <p:cTn id="14366" dur="indefinite" repeatCount="1000" spd="100%" accel="0%" decel="0%" nodeType="mainSeq">
                <p:childTnLst>
                  <p:par>
                    <p:cTn id="14367" repeatCount="1000" spd="100%" accel="0%" decel="0%" fill="hold">
                      <p:stCondLst>
                        <p:cond delay="indefinite"/>
                        <p:cond evt="onBegin" delay="0">
                          <p:tn val="14366"/>
                        </p:cond>
                      </p:stCondLst>
                      <p:childTnLst>
                        <p:par>
                          <p:cTn id="1436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369" presetID="14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randombar(horizontal)" transition="in">
                                      <p:cBhvr>
                                        <p:cTn id="14370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7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7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373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7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7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376" presetID="2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78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79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80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.0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81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82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83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84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14377" dur="1000" repeatCount="1000" spd="100%" accel="0%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8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8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387" presetID="17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88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89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90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91" dur="5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4392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9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39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9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397" presetID="53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99" dur="1000" repeatCount="1000" spd="100%" accel="0%" decel="0%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00" dur="1000" repeatCount="1000" spd="100%" accel="0%" decel="0%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14398" dur="1000" repeatCount="1000" spd="100%" accel="0%" decel="0%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0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0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4403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04" dur="1000" repeatCount="1000" spd="100%" accel="0%" decel="0%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05" dur="1000" repeatCount="1000" spd="100%" accel="0%" decel="0%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0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Variables and Data Types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6578" dur="indefinite" repeatCount="1000" spd="100%" accel="0%" decel="0%" restart="never" nodeType="tmRoot">
          <p:childTnLst>
            <p:seq concurrent="true" nextAc="seek">
              <p:cTn id="16579" dur="indefinite" repeatCount="1000" spd="100%" accel="0%" decel="0%" nodeType="mainSeq">
                <p:childTnLst>
                  <p:par>
                    <p:cTn id="16580" repeatCount="1000" spd="100%" accel="0%" decel="0%" fill="hold">
                      <p:stCondLst>
                        <p:cond delay="indefinite"/>
                        <p:cond evt="onBegin" delay="0">
                          <p:tn val="16579"/>
                        </p:cond>
                      </p:stCondLst>
                      <p:childTnLst>
                        <p:par>
                          <p:cTn id="1658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6582" presetID="21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4)" transition="in">
                                      <p:cBhvr>
                                        <p:cTn id="16583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8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8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6586" presetID="23" presetClass="entr" presetSubtype="28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587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/3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88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/3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8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Core Data Types in Python</a:t>
            </a:r>
          </a:p>
        </p:txBody>
      </p:sp>
      <p:sp>
        <p:nvSpPr>
          <p:cNvPr name="AutoShape 3" id="3"/>
          <p:cNvSpPr/>
          <p:nvPr/>
        </p:nvSpPr>
        <p:spPr>
          <a:xfrm>
            <a:off x="3841402" y="3053716"/>
            <a:ext cx="1161157" cy="951532"/>
          </a:xfrm>
          <a:prstGeom prst="arc">
            <a:avLst>
              <a:gd name="adj1" fmla="val 11867215"/>
              <a:gd name="adj2" fmla="val 21311435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120242" y="3424507"/>
            <a:ext cx="1161157" cy="951532"/>
          </a:xfrm>
          <a:prstGeom prst="arc">
            <a:avLst>
              <a:gd name="adj1" fmla="val 11867215"/>
              <a:gd name="adj2" fmla="val 21311435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 flipV="true">
            <a:off x="5207352" y="4456752"/>
            <a:ext cx="1161157" cy="951532"/>
          </a:xfrm>
          <a:prstGeom prst="arc">
            <a:avLst>
              <a:gd name="adj1" fmla="val 11283527"/>
              <a:gd name="adj2" fmla="val 20562987"/>
            </a:avLst>
          </a:prstGeom>
          <a:ln w="3175" cap="rnd" cmpd="sng">
            <a:solidFill>
              <a:srgbClr val="FFFFFF">
                <a:lumMod val="75000"/>
              </a:srgbClr>
            </a:solidFill>
            <a:prstDash val="sysDash"/>
            <a:tailEnd type="triangle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6" id="6"/>
          <p:cNvGrpSpPr/>
          <p:nvPr/>
        </p:nvGrpSpPr>
        <p:grpSpPr>
          <a:xfrm>
            <a:off x="3807141" y="1928480"/>
            <a:ext cx="1777303" cy="1777299"/>
            <a:chOff x="2510236" y="2796111"/>
            <a:chExt cx="2027515" cy="2027512"/>
          </a:xfrm>
        </p:grpSpPr>
        <p:grpSp>
          <p:nvGrpSpPr>
            <p:cNvPr name="Group 7" id="7"/>
            <p:cNvGrpSpPr/>
            <p:nvPr/>
          </p:nvGrpSpPr>
          <p:grpSpPr>
            <a:xfrm>
              <a:off x="2510236" y="2796111"/>
              <a:ext cx="2027515" cy="2027512"/>
              <a:chOff x="6284235" y="2278589"/>
              <a:chExt cx="1180469" cy="1180467"/>
            </a:xfrm>
          </p:grpSpPr>
          <p:sp>
            <p:nvSpPr>
              <p:cNvPr name="Freeform 8" id="8"/>
              <p:cNvSpPr/>
              <p:nvPr/>
            </p:nvSpPr>
            <p:spPr>
              <a:xfrm flipH="true">
                <a:off x="6284235" y="2278589"/>
                <a:ext cx="1180469" cy="1180467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9" id="9"/>
              <p:cNvSpPr/>
              <p:nvPr/>
            </p:nvSpPr>
            <p:spPr>
              <a:xfrm flipH="true">
                <a:off x="6508272" y="2502625"/>
                <a:ext cx="732395" cy="732395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10" id="10"/>
            <p:cNvSpPr/>
            <p:nvPr/>
          </p:nvSpPr>
          <p:spPr>
            <a:xfrm>
              <a:off x="3223550" y="3504936"/>
              <a:ext cx="600886" cy="609864"/>
            </a:xfrm>
            <a:custGeom>
              <a:avLst/>
              <a:gdLst/>
              <a:ahLst/>
              <a:cxnLst/>
              <a:rect r="r" b="b" t="t" l="l"/>
              <a:pathLst>
                <a:path w="599806" h="608768" stroke="true" fill="norm" extrusionOk="true">
                  <a:moveTo>
                    <a:pt x="322492" y="361615"/>
                  </a:moveTo>
                  <a:lnTo>
                    <a:pt x="258086" y="442798"/>
                  </a:lnTo>
                  <a:lnTo>
                    <a:pt x="339393" y="378490"/>
                  </a:lnTo>
                  <a:cubicBezTo>
                    <a:pt x="335853" y="376780"/>
                    <a:pt x="332541" y="374385"/>
                    <a:pt x="329572" y="371421"/>
                  </a:cubicBezTo>
                  <a:cubicBezTo>
                    <a:pt x="326603" y="368456"/>
                    <a:pt x="324205" y="365149"/>
                    <a:pt x="322492" y="361615"/>
                  </a:cubicBezTo>
                  <a:close/>
                  <a:moveTo>
                    <a:pt x="349099" y="337784"/>
                  </a:moveTo>
                  <a:cubicBezTo>
                    <a:pt x="345217" y="341775"/>
                    <a:pt x="345217" y="348046"/>
                    <a:pt x="349099" y="351923"/>
                  </a:cubicBezTo>
                  <a:cubicBezTo>
                    <a:pt x="352982" y="355800"/>
                    <a:pt x="359377" y="355800"/>
                    <a:pt x="363259" y="351923"/>
                  </a:cubicBezTo>
                  <a:close/>
                  <a:moveTo>
                    <a:pt x="457227" y="229763"/>
                  </a:moveTo>
                  <a:cubicBezTo>
                    <a:pt x="460810" y="229976"/>
                    <a:pt x="464321" y="231459"/>
                    <a:pt x="467062" y="234138"/>
                  </a:cubicBezTo>
                  <a:cubicBezTo>
                    <a:pt x="472429" y="239611"/>
                    <a:pt x="473000" y="248277"/>
                    <a:pt x="468204" y="254206"/>
                  </a:cubicBezTo>
                  <a:lnTo>
                    <a:pt x="393635" y="348274"/>
                  </a:lnTo>
                  <a:cubicBezTo>
                    <a:pt x="392836" y="356712"/>
                    <a:pt x="389296" y="365035"/>
                    <a:pt x="382787" y="371421"/>
                  </a:cubicBezTo>
                  <a:cubicBezTo>
                    <a:pt x="376277" y="377920"/>
                    <a:pt x="368055" y="381569"/>
                    <a:pt x="359491" y="382253"/>
                  </a:cubicBezTo>
                  <a:lnTo>
                    <a:pt x="265395" y="456709"/>
                  </a:lnTo>
                  <a:cubicBezTo>
                    <a:pt x="259342" y="461498"/>
                    <a:pt x="250664" y="461042"/>
                    <a:pt x="245296" y="455569"/>
                  </a:cubicBezTo>
                  <a:cubicBezTo>
                    <a:pt x="239815" y="450210"/>
                    <a:pt x="239358" y="441544"/>
                    <a:pt x="244154" y="435501"/>
                  </a:cubicBezTo>
                  <a:lnTo>
                    <a:pt x="318723" y="341547"/>
                  </a:lnTo>
                  <a:cubicBezTo>
                    <a:pt x="319523" y="332995"/>
                    <a:pt x="323063" y="324786"/>
                    <a:pt x="329572" y="318286"/>
                  </a:cubicBezTo>
                  <a:cubicBezTo>
                    <a:pt x="336081" y="311901"/>
                    <a:pt x="344303" y="308252"/>
                    <a:pt x="352753" y="307454"/>
                  </a:cubicBezTo>
                  <a:lnTo>
                    <a:pt x="446964" y="232998"/>
                  </a:lnTo>
                  <a:cubicBezTo>
                    <a:pt x="449990" y="230604"/>
                    <a:pt x="453644" y="229549"/>
                    <a:pt x="457227" y="229763"/>
                  </a:cubicBezTo>
                  <a:close/>
                  <a:moveTo>
                    <a:pt x="136593" y="176654"/>
                  </a:moveTo>
                  <a:cubicBezTo>
                    <a:pt x="133395" y="178365"/>
                    <a:pt x="130312" y="179392"/>
                    <a:pt x="127228" y="179962"/>
                  </a:cubicBezTo>
                  <a:cubicBezTo>
                    <a:pt x="125401" y="180304"/>
                    <a:pt x="124030" y="181901"/>
                    <a:pt x="124030" y="183725"/>
                  </a:cubicBezTo>
                  <a:lnTo>
                    <a:pt x="124030" y="193419"/>
                  </a:lnTo>
                  <a:cubicBezTo>
                    <a:pt x="123459" y="193533"/>
                    <a:pt x="123002" y="193875"/>
                    <a:pt x="122545" y="194331"/>
                  </a:cubicBezTo>
                  <a:cubicBezTo>
                    <a:pt x="121860" y="195130"/>
                    <a:pt x="121518" y="196270"/>
                    <a:pt x="121632" y="197296"/>
                  </a:cubicBezTo>
                  <a:lnTo>
                    <a:pt x="123688" y="217824"/>
                  </a:lnTo>
                  <a:cubicBezTo>
                    <a:pt x="123916" y="219421"/>
                    <a:pt x="124944" y="220676"/>
                    <a:pt x="126543" y="221132"/>
                  </a:cubicBezTo>
                  <a:cubicBezTo>
                    <a:pt x="126885" y="221246"/>
                    <a:pt x="127228" y="221246"/>
                    <a:pt x="127571" y="221246"/>
                  </a:cubicBezTo>
                  <a:cubicBezTo>
                    <a:pt x="128713" y="221246"/>
                    <a:pt x="129855" y="220676"/>
                    <a:pt x="130654" y="219763"/>
                  </a:cubicBezTo>
                  <a:lnTo>
                    <a:pt x="141504" y="205394"/>
                  </a:lnTo>
                  <a:cubicBezTo>
                    <a:pt x="141961" y="204709"/>
                    <a:pt x="142189" y="203911"/>
                    <a:pt x="142189" y="203113"/>
                  </a:cubicBezTo>
                  <a:lnTo>
                    <a:pt x="142189" y="180076"/>
                  </a:lnTo>
                  <a:cubicBezTo>
                    <a:pt x="142189" y="178707"/>
                    <a:pt x="141504" y="177453"/>
                    <a:pt x="140362" y="176769"/>
                  </a:cubicBezTo>
                  <a:cubicBezTo>
                    <a:pt x="139220" y="176084"/>
                    <a:pt x="137735" y="175970"/>
                    <a:pt x="136593" y="176654"/>
                  </a:cubicBezTo>
                  <a:close/>
                  <a:moveTo>
                    <a:pt x="87826" y="176654"/>
                  </a:moveTo>
                  <a:cubicBezTo>
                    <a:pt x="86570" y="175970"/>
                    <a:pt x="85085" y="176084"/>
                    <a:pt x="83943" y="176769"/>
                  </a:cubicBezTo>
                  <a:cubicBezTo>
                    <a:pt x="82801" y="177453"/>
                    <a:pt x="82116" y="178707"/>
                    <a:pt x="82116" y="180076"/>
                  </a:cubicBezTo>
                  <a:lnTo>
                    <a:pt x="82116" y="203113"/>
                  </a:lnTo>
                  <a:cubicBezTo>
                    <a:pt x="82116" y="203911"/>
                    <a:pt x="82344" y="204709"/>
                    <a:pt x="82915" y="205394"/>
                  </a:cubicBezTo>
                  <a:lnTo>
                    <a:pt x="93765" y="219763"/>
                  </a:lnTo>
                  <a:cubicBezTo>
                    <a:pt x="94450" y="220676"/>
                    <a:pt x="95592" y="221246"/>
                    <a:pt x="96849" y="221246"/>
                  </a:cubicBezTo>
                  <a:cubicBezTo>
                    <a:pt x="97191" y="221246"/>
                    <a:pt x="97534" y="221246"/>
                    <a:pt x="97877" y="221132"/>
                  </a:cubicBezTo>
                  <a:cubicBezTo>
                    <a:pt x="99361" y="220676"/>
                    <a:pt x="100503" y="219421"/>
                    <a:pt x="100618" y="217824"/>
                  </a:cubicBezTo>
                  <a:lnTo>
                    <a:pt x="102787" y="197296"/>
                  </a:lnTo>
                  <a:cubicBezTo>
                    <a:pt x="102902" y="196270"/>
                    <a:pt x="102445" y="195130"/>
                    <a:pt x="101760" y="194331"/>
                  </a:cubicBezTo>
                  <a:cubicBezTo>
                    <a:pt x="101417" y="193875"/>
                    <a:pt x="100846" y="193533"/>
                    <a:pt x="100275" y="193419"/>
                  </a:cubicBezTo>
                  <a:lnTo>
                    <a:pt x="100275" y="183725"/>
                  </a:lnTo>
                  <a:cubicBezTo>
                    <a:pt x="100275" y="181901"/>
                    <a:pt x="99019" y="180304"/>
                    <a:pt x="97191" y="179962"/>
                  </a:cubicBezTo>
                  <a:cubicBezTo>
                    <a:pt x="94108" y="179392"/>
                    <a:pt x="90910" y="178365"/>
                    <a:pt x="87826" y="176654"/>
                  </a:cubicBezTo>
                  <a:close/>
                  <a:moveTo>
                    <a:pt x="356190" y="149170"/>
                  </a:moveTo>
                  <a:cubicBezTo>
                    <a:pt x="351621" y="149170"/>
                    <a:pt x="347053" y="149398"/>
                    <a:pt x="342598" y="149626"/>
                  </a:cubicBezTo>
                  <a:lnTo>
                    <a:pt x="356190" y="168671"/>
                  </a:lnTo>
                  <a:lnTo>
                    <a:pt x="369781" y="149626"/>
                  </a:lnTo>
                  <a:cubicBezTo>
                    <a:pt x="365327" y="149398"/>
                    <a:pt x="360758" y="149170"/>
                    <a:pt x="356190" y="149170"/>
                  </a:cubicBezTo>
                  <a:close/>
                  <a:moveTo>
                    <a:pt x="356190" y="101614"/>
                  </a:moveTo>
                  <a:cubicBezTo>
                    <a:pt x="490504" y="101614"/>
                    <a:pt x="599806" y="210753"/>
                    <a:pt x="599806" y="344866"/>
                  </a:cubicBezTo>
                  <a:cubicBezTo>
                    <a:pt x="599806" y="479094"/>
                    <a:pt x="490504" y="588233"/>
                    <a:pt x="356190" y="588233"/>
                  </a:cubicBezTo>
                  <a:cubicBezTo>
                    <a:pt x="305822" y="588233"/>
                    <a:pt x="258994" y="572837"/>
                    <a:pt x="220047" y="546608"/>
                  </a:cubicBezTo>
                  <a:lnTo>
                    <a:pt x="220047" y="485595"/>
                  </a:lnTo>
                  <a:cubicBezTo>
                    <a:pt x="247344" y="511825"/>
                    <a:pt x="282179" y="530413"/>
                    <a:pt x="321012" y="537484"/>
                  </a:cubicBezTo>
                  <a:lnTo>
                    <a:pt x="348423" y="499280"/>
                  </a:lnTo>
                  <a:cubicBezTo>
                    <a:pt x="350250" y="496771"/>
                    <a:pt x="353106" y="495288"/>
                    <a:pt x="356190" y="495288"/>
                  </a:cubicBezTo>
                  <a:cubicBezTo>
                    <a:pt x="359273" y="495288"/>
                    <a:pt x="362129" y="496771"/>
                    <a:pt x="363956" y="499280"/>
                  </a:cubicBezTo>
                  <a:lnTo>
                    <a:pt x="391367" y="537484"/>
                  </a:lnTo>
                  <a:cubicBezTo>
                    <a:pt x="471316" y="522887"/>
                    <a:pt x="534476" y="459821"/>
                    <a:pt x="548981" y="379992"/>
                  </a:cubicBezTo>
                  <a:lnTo>
                    <a:pt x="510834" y="352621"/>
                  </a:lnTo>
                  <a:cubicBezTo>
                    <a:pt x="508321" y="350797"/>
                    <a:pt x="506837" y="347946"/>
                    <a:pt x="506837" y="344866"/>
                  </a:cubicBezTo>
                  <a:cubicBezTo>
                    <a:pt x="506837" y="341787"/>
                    <a:pt x="508321" y="338936"/>
                    <a:pt x="510834" y="337112"/>
                  </a:cubicBezTo>
                  <a:lnTo>
                    <a:pt x="548981" y="309855"/>
                  </a:lnTo>
                  <a:cubicBezTo>
                    <a:pt x="534476" y="229912"/>
                    <a:pt x="471316" y="166846"/>
                    <a:pt x="391367" y="152363"/>
                  </a:cubicBezTo>
                  <a:lnTo>
                    <a:pt x="363956" y="190453"/>
                  </a:lnTo>
                  <a:cubicBezTo>
                    <a:pt x="362129" y="192962"/>
                    <a:pt x="359273" y="194445"/>
                    <a:pt x="356190" y="194445"/>
                  </a:cubicBezTo>
                  <a:cubicBezTo>
                    <a:pt x="353106" y="194445"/>
                    <a:pt x="350250" y="192962"/>
                    <a:pt x="348423" y="190453"/>
                  </a:cubicBezTo>
                  <a:lnTo>
                    <a:pt x="321012" y="152363"/>
                  </a:lnTo>
                  <a:cubicBezTo>
                    <a:pt x="295657" y="156925"/>
                    <a:pt x="272014" y="166504"/>
                    <a:pt x="250999" y="179847"/>
                  </a:cubicBezTo>
                  <a:cubicBezTo>
                    <a:pt x="244146" y="164223"/>
                    <a:pt x="230327" y="152135"/>
                    <a:pt x="212966" y="148143"/>
                  </a:cubicBezTo>
                  <a:cubicBezTo>
                    <a:pt x="253283" y="118948"/>
                    <a:pt x="302738" y="101614"/>
                    <a:pt x="356190" y="101614"/>
                  </a:cubicBezTo>
                  <a:close/>
                  <a:moveTo>
                    <a:pt x="93765" y="73102"/>
                  </a:moveTo>
                  <a:cubicBezTo>
                    <a:pt x="82801" y="73102"/>
                    <a:pt x="72294" y="77550"/>
                    <a:pt x="67040" y="80173"/>
                  </a:cubicBezTo>
                  <a:cubicBezTo>
                    <a:pt x="65670" y="80857"/>
                    <a:pt x="64870" y="82112"/>
                    <a:pt x="64870" y="83594"/>
                  </a:cubicBezTo>
                  <a:lnTo>
                    <a:pt x="64870" y="90551"/>
                  </a:lnTo>
                  <a:lnTo>
                    <a:pt x="63271" y="90551"/>
                  </a:lnTo>
                  <a:cubicBezTo>
                    <a:pt x="61102" y="90551"/>
                    <a:pt x="59388" y="92262"/>
                    <a:pt x="59388" y="94315"/>
                  </a:cubicBezTo>
                  <a:lnTo>
                    <a:pt x="59388" y="100701"/>
                  </a:lnTo>
                  <a:cubicBezTo>
                    <a:pt x="59388" y="101956"/>
                    <a:pt x="60074" y="103210"/>
                    <a:pt x="61216" y="103894"/>
                  </a:cubicBezTo>
                  <a:lnTo>
                    <a:pt x="64870" y="106289"/>
                  </a:lnTo>
                  <a:lnTo>
                    <a:pt x="65099" y="107886"/>
                  </a:lnTo>
                  <a:cubicBezTo>
                    <a:pt x="66355" y="117123"/>
                    <a:pt x="71494" y="129098"/>
                    <a:pt x="78918" y="139818"/>
                  </a:cubicBezTo>
                  <a:cubicBezTo>
                    <a:pt x="88397" y="153504"/>
                    <a:pt x="97191" y="159662"/>
                    <a:pt x="101760" y="159662"/>
                  </a:cubicBezTo>
                  <a:lnTo>
                    <a:pt x="122545" y="159662"/>
                  </a:lnTo>
                  <a:cubicBezTo>
                    <a:pt x="127114" y="159662"/>
                    <a:pt x="135908" y="153504"/>
                    <a:pt x="145387" y="139818"/>
                  </a:cubicBezTo>
                  <a:cubicBezTo>
                    <a:pt x="152811" y="129098"/>
                    <a:pt x="157950" y="117123"/>
                    <a:pt x="159206" y="107886"/>
                  </a:cubicBezTo>
                  <a:lnTo>
                    <a:pt x="159435" y="106289"/>
                  </a:lnTo>
                  <a:lnTo>
                    <a:pt x="163203" y="103894"/>
                  </a:lnTo>
                  <a:cubicBezTo>
                    <a:pt x="164231" y="103210"/>
                    <a:pt x="164917" y="101956"/>
                    <a:pt x="164917" y="100701"/>
                  </a:cubicBezTo>
                  <a:lnTo>
                    <a:pt x="164917" y="94315"/>
                  </a:lnTo>
                  <a:cubicBezTo>
                    <a:pt x="164917" y="92262"/>
                    <a:pt x="163203" y="90551"/>
                    <a:pt x="161034" y="90551"/>
                  </a:cubicBezTo>
                  <a:lnTo>
                    <a:pt x="158978" y="90551"/>
                  </a:lnTo>
                  <a:cubicBezTo>
                    <a:pt x="158635" y="89981"/>
                    <a:pt x="158178" y="89525"/>
                    <a:pt x="157722" y="89183"/>
                  </a:cubicBezTo>
                  <a:cubicBezTo>
                    <a:pt x="156579" y="88498"/>
                    <a:pt x="155209" y="88384"/>
                    <a:pt x="154067" y="88954"/>
                  </a:cubicBezTo>
                  <a:cubicBezTo>
                    <a:pt x="148927" y="91235"/>
                    <a:pt x="143788" y="92376"/>
                    <a:pt x="138763" y="92376"/>
                  </a:cubicBezTo>
                  <a:cubicBezTo>
                    <a:pt x="129969" y="92376"/>
                    <a:pt x="122089" y="88840"/>
                    <a:pt x="115236" y="81656"/>
                  </a:cubicBezTo>
                  <a:cubicBezTo>
                    <a:pt x="109640" y="75953"/>
                    <a:pt x="102445" y="73102"/>
                    <a:pt x="93765" y="73102"/>
                  </a:cubicBezTo>
                  <a:close/>
                  <a:moveTo>
                    <a:pt x="102445" y="0"/>
                  </a:moveTo>
                  <a:lnTo>
                    <a:pt x="121974" y="0"/>
                  </a:lnTo>
                  <a:cubicBezTo>
                    <a:pt x="155095" y="0"/>
                    <a:pt x="182048" y="26914"/>
                    <a:pt x="182048" y="60101"/>
                  </a:cubicBezTo>
                  <a:lnTo>
                    <a:pt x="182048" y="78919"/>
                  </a:lnTo>
                  <a:cubicBezTo>
                    <a:pt x="184332" y="82112"/>
                    <a:pt x="185474" y="85875"/>
                    <a:pt x="185474" y="89639"/>
                  </a:cubicBezTo>
                  <a:lnTo>
                    <a:pt x="185474" y="103096"/>
                  </a:lnTo>
                  <a:cubicBezTo>
                    <a:pt x="185474" y="108570"/>
                    <a:pt x="183076" y="113816"/>
                    <a:pt x="178850" y="117237"/>
                  </a:cubicBezTo>
                  <a:cubicBezTo>
                    <a:pt x="177822" y="120659"/>
                    <a:pt x="176566" y="124080"/>
                    <a:pt x="174967" y="127501"/>
                  </a:cubicBezTo>
                  <a:cubicBezTo>
                    <a:pt x="171883" y="135599"/>
                    <a:pt x="167429" y="144038"/>
                    <a:pt x="162061" y="151793"/>
                  </a:cubicBezTo>
                  <a:cubicBezTo>
                    <a:pt x="159777" y="154986"/>
                    <a:pt x="156922" y="158978"/>
                    <a:pt x="153382" y="162741"/>
                  </a:cubicBezTo>
                  <a:cubicBezTo>
                    <a:pt x="156465" y="164224"/>
                    <a:pt x="159206" y="166276"/>
                    <a:pt x="161376" y="168785"/>
                  </a:cubicBezTo>
                  <a:lnTo>
                    <a:pt x="205460" y="177567"/>
                  </a:lnTo>
                  <a:cubicBezTo>
                    <a:pt x="216881" y="179848"/>
                    <a:pt x="225104" y="189998"/>
                    <a:pt x="225104" y="201630"/>
                  </a:cubicBezTo>
                  <a:lnTo>
                    <a:pt x="225104" y="360380"/>
                  </a:lnTo>
                  <a:cubicBezTo>
                    <a:pt x="225104" y="364029"/>
                    <a:pt x="224305" y="367450"/>
                    <a:pt x="222820" y="370644"/>
                  </a:cubicBezTo>
                  <a:lnTo>
                    <a:pt x="222820" y="387978"/>
                  </a:lnTo>
                  <a:cubicBezTo>
                    <a:pt x="222820" y="399839"/>
                    <a:pt x="213227" y="409419"/>
                    <a:pt x="201349" y="409419"/>
                  </a:cubicBezTo>
                  <a:cubicBezTo>
                    <a:pt x="197123" y="409419"/>
                    <a:pt x="193012" y="408164"/>
                    <a:pt x="189700" y="405997"/>
                  </a:cubicBezTo>
                  <a:lnTo>
                    <a:pt x="189700" y="570221"/>
                  </a:lnTo>
                  <a:cubicBezTo>
                    <a:pt x="189700" y="591547"/>
                    <a:pt x="172454" y="608768"/>
                    <a:pt x="151097" y="608768"/>
                  </a:cubicBezTo>
                  <a:cubicBezTo>
                    <a:pt x="129855" y="608768"/>
                    <a:pt x="112609" y="591547"/>
                    <a:pt x="112609" y="570221"/>
                  </a:cubicBezTo>
                  <a:cubicBezTo>
                    <a:pt x="112609" y="591547"/>
                    <a:pt x="95250" y="608768"/>
                    <a:pt x="74007" y="608768"/>
                  </a:cubicBezTo>
                  <a:cubicBezTo>
                    <a:pt x="52650" y="608768"/>
                    <a:pt x="35405" y="591547"/>
                    <a:pt x="35405" y="570221"/>
                  </a:cubicBezTo>
                  <a:lnTo>
                    <a:pt x="35405" y="405997"/>
                  </a:lnTo>
                  <a:cubicBezTo>
                    <a:pt x="32093" y="408164"/>
                    <a:pt x="27981" y="409419"/>
                    <a:pt x="23756" y="409419"/>
                  </a:cubicBezTo>
                  <a:cubicBezTo>
                    <a:pt x="11878" y="409419"/>
                    <a:pt x="2284" y="399839"/>
                    <a:pt x="2284" y="387978"/>
                  </a:cubicBezTo>
                  <a:lnTo>
                    <a:pt x="2284" y="370644"/>
                  </a:lnTo>
                  <a:cubicBezTo>
                    <a:pt x="800" y="367450"/>
                    <a:pt x="0" y="364029"/>
                    <a:pt x="0" y="360380"/>
                  </a:cubicBezTo>
                  <a:lnTo>
                    <a:pt x="0" y="201630"/>
                  </a:lnTo>
                  <a:cubicBezTo>
                    <a:pt x="0" y="189998"/>
                    <a:pt x="8223" y="179962"/>
                    <a:pt x="19644" y="177567"/>
                  </a:cubicBezTo>
                  <a:lnTo>
                    <a:pt x="62929" y="168785"/>
                  </a:lnTo>
                  <a:cubicBezTo>
                    <a:pt x="65213" y="166276"/>
                    <a:pt x="67954" y="164224"/>
                    <a:pt x="70923" y="162855"/>
                  </a:cubicBezTo>
                  <a:cubicBezTo>
                    <a:pt x="67497" y="158978"/>
                    <a:pt x="64528" y="154986"/>
                    <a:pt x="62358" y="151793"/>
                  </a:cubicBezTo>
                  <a:cubicBezTo>
                    <a:pt x="56876" y="144038"/>
                    <a:pt x="52422" y="135599"/>
                    <a:pt x="49338" y="127501"/>
                  </a:cubicBezTo>
                  <a:cubicBezTo>
                    <a:pt x="47853" y="124080"/>
                    <a:pt x="46483" y="120659"/>
                    <a:pt x="45455" y="117237"/>
                  </a:cubicBezTo>
                  <a:cubicBezTo>
                    <a:pt x="41229" y="113816"/>
                    <a:pt x="38831" y="108570"/>
                    <a:pt x="38831" y="103096"/>
                  </a:cubicBezTo>
                  <a:lnTo>
                    <a:pt x="38831" y="89639"/>
                  </a:lnTo>
                  <a:cubicBezTo>
                    <a:pt x="38831" y="85875"/>
                    <a:pt x="40087" y="82112"/>
                    <a:pt x="42257" y="78919"/>
                  </a:cubicBezTo>
                  <a:lnTo>
                    <a:pt x="42257" y="60101"/>
                  </a:lnTo>
                  <a:cubicBezTo>
                    <a:pt x="42257" y="26914"/>
                    <a:pt x="69210" y="0"/>
                    <a:pt x="10244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5586725" y="2184745"/>
            <a:ext cx="1777303" cy="1777299"/>
            <a:chOff x="6231054" y="2796111"/>
            <a:chExt cx="2027515" cy="2027512"/>
          </a:xfrm>
        </p:grpSpPr>
        <p:grpSp>
          <p:nvGrpSpPr>
            <p:cNvPr name="Group 12" id="12"/>
            <p:cNvGrpSpPr/>
            <p:nvPr/>
          </p:nvGrpSpPr>
          <p:grpSpPr>
            <a:xfrm>
              <a:off x="6231054" y="2796111"/>
              <a:ext cx="2027515" cy="2027512"/>
              <a:chOff x="6284235" y="2278589"/>
              <a:chExt cx="1180469" cy="1180467"/>
            </a:xfrm>
          </p:grpSpPr>
          <p:sp>
            <p:nvSpPr>
              <p:cNvPr name="Freeform 13" id="13"/>
              <p:cNvSpPr/>
              <p:nvPr/>
            </p:nvSpPr>
            <p:spPr>
              <a:xfrm flipH="true">
                <a:off x="6284235" y="2278589"/>
                <a:ext cx="1180469" cy="1180467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4" id="14"/>
              <p:cNvSpPr/>
              <p:nvPr/>
            </p:nvSpPr>
            <p:spPr>
              <a:xfrm flipH="true">
                <a:off x="6508272" y="2502625"/>
                <a:ext cx="732395" cy="732395"/>
              </a:xfrm>
              <a:prstGeom prst="ellipse">
                <a:avLst/>
              </a:prstGeom>
              <a:solidFill>
                <a:schemeClr val="accent2"/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15" id="15"/>
            <p:cNvSpPr/>
            <p:nvPr/>
          </p:nvSpPr>
          <p:spPr>
            <a:xfrm>
              <a:off x="6932705" y="3495230"/>
              <a:ext cx="600886" cy="609864"/>
            </a:xfrm>
            <a:custGeom>
              <a:avLst/>
              <a:gdLst/>
              <a:ahLst/>
              <a:cxnLst/>
              <a:rect r="r" b="b" t="t" l="l"/>
              <a:pathLst>
                <a:path w="599806" h="608768" stroke="true" fill="norm" extrusionOk="true">
                  <a:moveTo>
                    <a:pt x="322492" y="361615"/>
                  </a:moveTo>
                  <a:lnTo>
                    <a:pt x="258086" y="442798"/>
                  </a:lnTo>
                  <a:lnTo>
                    <a:pt x="339393" y="378490"/>
                  </a:lnTo>
                  <a:cubicBezTo>
                    <a:pt x="335853" y="376780"/>
                    <a:pt x="332541" y="374385"/>
                    <a:pt x="329572" y="371421"/>
                  </a:cubicBezTo>
                  <a:cubicBezTo>
                    <a:pt x="326603" y="368456"/>
                    <a:pt x="324205" y="365149"/>
                    <a:pt x="322492" y="361615"/>
                  </a:cubicBezTo>
                  <a:close/>
                  <a:moveTo>
                    <a:pt x="349099" y="337784"/>
                  </a:moveTo>
                  <a:cubicBezTo>
                    <a:pt x="345217" y="341775"/>
                    <a:pt x="345217" y="348046"/>
                    <a:pt x="349099" y="351923"/>
                  </a:cubicBezTo>
                  <a:cubicBezTo>
                    <a:pt x="352982" y="355800"/>
                    <a:pt x="359377" y="355800"/>
                    <a:pt x="363259" y="351923"/>
                  </a:cubicBezTo>
                  <a:close/>
                  <a:moveTo>
                    <a:pt x="457227" y="229763"/>
                  </a:moveTo>
                  <a:cubicBezTo>
                    <a:pt x="460810" y="229976"/>
                    <a:pt x="464321" y="231459"/>
                    <a:pt x="467062" y="234138"/>
                  </a:cubicBezTo>
                  <a:cubicBezTo>
                    <a:pt x="472429" y="239611"/>
                    <a:pt x="473000" y="248277"/>
                    <a:pt x="468204" y="254206"/>
                  </a:cubicBezTo>
                  <a:lnTo>
                    <a:pt x="393635" y="348274"/>
                  </a:lnTo>
                  <a:cubicBezTo>
                    <a:pt x="392836" y="356712"/>
                    <a:pt x="389296" y="365035"/>
                    <a:pt x="382787" y="371421"/>
                  </a:cubicBezTo>
                  <a:cubicBezTo>
                    <a:pt x="376277" y="377920"/>
                    <a:pt x="368055" y="381569"/>
                    <a:pt x="359491" y="382253"/>
                  </a:cubicBezTo>
                  <a:lnTo>
                    <a:pt x="265395" y="456709"/>
                  </a:lnTo>
                  <a:cubicBezTo>
                    <a:pt x="259342" y="461498"/>
                    <a:pt x="250664" y="461042"/>
                    <a:pt x="245296" y="455569"/>
                  </a:cubicBezTo>
                  <a:cubicBezTo>
                    <a:pt x="239815" y="450210"/>
                    <a:pt x="239358" y="441544"/>
                    <a:pt x="244154" y="435501"/>
                  </a:cubicBezTo>
                  <a:lnTo>
                    <a:pt x="318723" y="341547"/>
                  </a:lnTo>
                  <a:cubicBezTo>
                    <a:pt x="319523" y="332995"/>
                    <a:pt x="323063" y="324786"/>
                    <a:pt x="329572" y="318286"/>
                  </a:cubicBezTo>
                  <a:cubicBezTo>
                    <a:pt x="336081" y="311901"/>
                    <a:pt x="344303" y="308252"/>
                    <a:pt x="352753" y="307454"/>
                  </a:cubicBezTo>
                  <a:lnTo>
                    <a:pt x="446964" y="232998"/>
                  </a:lnTo>
                  <a:cubicBezTo>
                    <a:pt x="449990" y="230604"/>
                    <a:pt x="453644" y="229549"/>
                    <a:pt x="457227" y="229763"/>
                  </a:cubicBezTo>
                  <a:close/>
                  <a:moveTo>
                    <a:pt x="136593" y="176654"/>
                  </a:moveTo>
                  <a:cubicBezTo>
                    <a:pt x="133395" y="178365"/>
                    <a:pt x="130312" y="179392"/>
                    <a:pt x="127228" y="179962"/>
                  </a:cubicBezTo>
                  <a:cubicBezTo>
                    <a:pt x="125401" y="180304"/>
                    <a:pt x="124030" y="181901"/>
                    <a:pt x="124030" y="183725"/>
                  </a:cubicBezTo>
                  <a:lnTo>
                    <a:pt x="124030" y="193419"/>
                  </a:lnTo>
                  <a:cubicBezTo>
                    <a:pt x="123459" y="193533"/>
                    <a:pt x="123002" y="193875"/>
                    <a:pt x="122545" y="194331"/>
                  </a:cubicBezTo>
                  <a:cubicBezTo>
                    <a:pt x="121860" y="195130"/>
                    <a:pt x="121518" y="196270"/>
                    <a:pt x="121632" y="197296"/>
                  </a:cubicBezTo>
                  <a:lnTo>
                    <a:pt x="123688" y="217824"/>
                  </a:lnTo>
                  <a:cubicBezTo>
                    <a:pt x="123916" y="219421"/>
                    <a:pt x="124944" y="220676"/>
                    <a:pt x="126543" y="221132"/>
                  </a:cubicBezTo>
                  <a:cubicBezTo>
                    <a:pt x="126885" y="221246"/>
                    <a:pt x="127228" y="221246"/>
                    <a:pt x="127571" y="221246"/>
                  </a:cubicBezTo>
                  <a:cubicBezTo>
                    <a:pt x="128713" y="221246"/>
                    <a:pt x="129855" y="220676"/>
                    <a:pt x="130654" y="219763"/>
                  </a:cubicBezTo>
                  <a:lnTo>
                    <a:pt x="141504" y="205394"/>
                  </a:lnTo>
                  <a:cubicBezTo>
                    <a:pt x="141961" y="204709"/>
                    <a:pt x="142189" y="203911"/>
                    <a:pt x="142189" y="203113"/>
                  </a:cubicBezTo>
                  <a:lnTo>
                    <a:pt x="142189" y="180076"/>
                  </a:lnTo>
                  <a:cubicBezTo>
                    <a:pt x="142189" y="178707"/>
                    <a:pt x="141504" y="177453"/>
                    <a:pt x="140362" y="176769"/>
                  </a:cubicBezTo>
                  <a:cubicBezTo>
                    <a:pt x="139220" y="176084"/>
                    <a:pt x="137735" y="175970"/>
                    <a:pt x="136593" y="176654"/>
                  </a:cubicBezTo>
                  <a:close/>
                  <a:moveTo>
                    <a:pt x="87826" y="176654"/>
                  </a:moveTo>
                  <a:cubicBezTo>
                    <a:pt x="86570" y="175970"/>
                    <a:pt x="85085" y="176084"/>
                    <a:pt x="83943" y="176769"/>
                  </a:cubicBezTo>
                  <a:cubicBezTo>
                    <a:pt x="82801" y="177453"/>
                    <a:pt x="82116" y="178707"/>
                    <a:pt x="82116" y="180076"/>
                  </a:cubicBezTo>
                  <a:lnTo>
                    <a:pt x="82116" y="203113"/>
                  </a:lnTo>
                  <a:cubicBezTo>
                    <a:pt x="82116" y="203911"/>
                    <a:pt x="82344" y="204709"/>
                    <a:pt x="82915" y="205394"/>
                  </a:cubicBezTo>
                  <a:lnTo>
                    <a:pt x="93765" y="219763"/>
                  </a:lnTo>
                  <a:cubicBezTo>
                    <a:pt x="94450" y="220676"/>
                    <a:pt x="95592" y="221246"/>
                    <a:pt x="96849" y="221246"/>
                  </a:cubicBezTo>
                  <a:cubicBezTo>
                    <a:pt x="97191" y="221246"/>
                    <a:pt x="97534" y="221246"/>
                    <a:pt x="97877" y="221132"/>
                  </a:cubicBezTo>
                  <a:cubicBezTo>
                    <a:pt x="99361" y="220676"/>
                    <a:pt x="100503" y="219421"/>
                    <a:pt x="100618" y="217824"/>
                  </a:cubicBezTo>
                  <a:lnTo>
                    <a:pt x="102787" y="197296"/>
                  </a:lnTo>
                  <a:cubicBezTo>
                    <a:pt x="102902" y="196270"/>
                    <a:pt x="102445" y="195130"/>
                    <a:pt x="101760" y="194331"/>
                  </a:cubicBezTo>
                  <a:cubicBezTo>
                    <a:pt x="101417" y="193875"/>
                    <a:pt x="100846" y="193533"/>
                    <a:pt x="100275" y="193419"/>
                  </a:cubicBezTo>
                  <a:lnTo>
                    <a:pt x="100275" y="183725"/>
                  </a:lnTo>
                  <a:cubicBezTo>
                    <a:pt x="100275" y="181901"/>
                    <a:pt x="99019" y="180304"/>
                    <a:pt x="97191" y="179962"/>
                  </a:cubicBezTo>
                  <a:cubicBezTo>
                    <a:pt x="94108" y="179392"/>
                    <a:pt x="90910" y="178365"/>
                    <a:pt x="87826" y="176654"/>
                  </a:cubicBezTo>
                  <a:close/>
                  <a:moveTo>
                    <a:pt x="356190" y="149170"/>
                  </a:moveTo>
                  <a:cubicBezTo>
                    <a:pt x="351621" y="149170"/>
                    <a:pt x="347053" y="149398"/>
                    <a:pt x="342598" y="149626"/>
                  </a:cubicBezTo>
                  <a:lnTo>
                    <a:pt x="356190" y="168671"/>
                  </a:lnTo>
                  <a:lnTo>
                    <a:pt x="369781" y="149626"/>
                  </a:lnTo>
                  <a:cubicBezTo>
                    <a:pt x="365327" y="149398"/>
                    <a:pt x="360758" y="149170"/>
                    <a:pt x="356190" y="149170"/>
                  </a:cubicBezTo>
                  <a:close/>
                  <a:moveTo>
                    <a:pt x="356190" y="101614"/>
                  </a:moveTo>
                  <a:cubicBezTo>
                    <a:pt x="490504" y="101614"/>
                    <a:pt x="599806" y="210753"/>
                    <a:pt x="599806" y="344866"/>
                  </a:cubicBezTo>
                  <a:cubicBezTo>
                    <a:pt x="599806" y="479094"/>
                    <a:pt x="490504" y="588233"/>
                    <a:pt x="356190" y="588233"/>
                  </a:cubicBezTo>
                  <a:cubicBezTo>
                    <a:pt x="305822" y="588233"/>
                    <a:pt x="258994" y="572837"/>
                    <a:pt x="220047" y="546608"/>
                  </a:cubicBezTo>
                  <a:lnTo>
                    <a:pt x="220047" y="485595"/>
                  </a:lnTo>
                  <a:cubicBezTo>
                    <a:pt x="247344" y="511825"/>
                    <a:pt x="282179" y="530413"/>
                    <a:pt x="321012" y="537484"/>
                  </a:cubicBezTo>
                  <a:lnTo>
                    <a:pt x="348423" y="499280"/>
                  </a:lnTo>
                  <a:cubicBezTo>
                    <a:pt x="350250" y="496771"/>
                    <a:pt x="353106" y="495288"/>
                    <a:pt x="356190" y="495288"/>
                  </a:cubicBezTo>
                  <a:cubicBezTo>
                    <a:pt x="359273" y="495288"/>
                    <a:pt x="362129" y="496771"/>
                    <a:pt x="363956" y="499280"/>
                  </a:cubicBezTo>
                  <a:lnTo>
                    <a:pt x="391367" y="537484"/>
                  </a:lnTo>
                  <a:cubicBezTo>
                    <a:pt x="471316" y="522887"/>
                    <a:pt x="534476" y="459821"/>
                    <a:pt x="548981" y="379992"/>
                  </a:cubicBezTo>
                  <a:lnTo>
                    <a:pt x="510834" y="352621"/>
                  </a:lnTo>
                  <a:cubicBezTo>
                    <a:pt x="508321" y="350797"/>
                    <a:pt x="506837" y="347946"/>
                    <a:pt x="506837" y="344866"/>
                  </a:cubicBezTo>
                  <a:cubicBezTo>
                    <a:pt x="506837" y="341787"/>
                    <a:pt x="508321" y="338936"/>
                    <a:pt x="510834" y="337112"/>
                  </a:cubicBezTo>
                  <a:lnTo>
                    <a:pt x="548981" y="309855"/>
                  </a:lnTo>
                  <a:cubicBezTo>
                    <a:pt x="534476" y="229912"/>
                    <a:pt x="471316" y="166846"/>
                    <a:pt x="391367" y="152363"/>
                  </a:cubicBezTo>
                  <a:lnTo>
                    <a:pt x="363956" y="190453"/>
                  </a:lnTo>
                  <a:cubicBezTo>
                    <a:pt x="362129" y="192962"/>
                    <a:pt x="359273" y="194445"/>
                    <a:pt x="356190" y="194445"/>
                  </a:cubicBezTo>
                  <a:cubicBezTo>
                    <a:pt x="353106" y="194445"/>
                    <a:pt x="350250" y="192962"/>
                    <a:pt x="348423" y="190453"/>
                  </a:cubicBezTo>
                  <a:lnTo>
                    <a:pt x="321012" y="152363"/>
                  </a:lnTo>
                  <a:cubicBezTo>
                    <a:pt x="295657" y="156925"/>
                    <a:pt x="272014" y="166504"/>
                    <a:pt x="250999" y="179847"/>
                  </a:cubicBezTo>
                  <a:cubicBezTo>
                    <a:pt x="244146" y="164223"/>
                    <a:pt x="230327" y="152135"/>
                    <a:pt x="212966" y="148143"/>
                  </a:cubicBezTo>
                  <a:cubicBezTo>
                    <a:pt x="253283" y="118948"/>
                    <a:pt x="302738" y="101614"/>
                    <a:pt x="356190" y="101614"/>
                  </a:cubicBezTo>
                  <a:close/>
                  <a:moveTo>
                    <a:pt x="93765" y="73102"/>
                  </a:moveTo>
                  <a:cubicBezTo>
                    <a:pt x="82801" y="73102"/>
                    <a:pt x="72294" y="77550"/>
                    <a:pt x="67040" y="80173"/>
                  </a:cubicBezTo>
                  <a:cubicBezTo>
                    <a:pt x="65670" y="80857"/>
                    <a:pt x="64870" y="82112"/>
                    <a:pt x="64870" y="83594"/>
                  </a:cubicBezTo>
                  <a:lnTo>
                    <a:pt x="64870" y="90551"/>
                  </a:lnTo>
                  <a:lnTo>
                    <a:pt x="63271" y="90551"/>
                  </a:lnTo>
                  <a:cubicBezTo>
                    <a:pt x="61102" y="90551"/>
                    <a:pt x="59388" y="92262"/>
                    <a:pt x="59388" y="94315"/>
                  </a:cubicBezTo>
                  <a:lnTo>
                    <a:pt x="59388" y="100701"/>
                  </a:lnTo>
                  <a:cubicBezTo>
                    <a:pt x="59388" y="101956"/>
                    <a:pt x="60074" y="103210"/>
                    <a:pt x="61216" y="103894"/>
                  </a:cubicBezTo>
                  <a:lnTo>
                    <a:pt x="64870" y="106289"/>
                  </a:lnTo>
                  <a:lnTo>
                    <a:pt x="65099" y="107886"/>
                  </a:lnTo>
                  <a:cubicBezTo>
                    <a:pt x="66355" y="117123"/>
                    <a:pt x="71494" y="129098"/>
                    <a:pt x="78918" y="139818"/>
                  </a:cubicBezTo>
                  <a:cubicBezTo>
                    <a:pt x="88397" y="153504"/>
                    <a:pt x="97191" y="159662"/>
                    <a:pt x="101760" y="159662"/>
                  </a:cubicBezTo>
                  <a:lnTo>
                    <a:pt x="122545" y="159662"/>
                  </a:lnTo>
                  <a:cubicBezTo>
                    <a:pt x="127114" y="159662"/>
                    <a:pt x="135908" y="153504"/>
                    <a:pt x="145387" y="139818"/>
                  </a:cubicBezTo>
                  <a:cubicBezTo>
                    <a:pt x="152811" y="129098"/>
                    <a:pt x="157950" y="117123"/>
                    <a:pt x="159206" y="107886"/>
                  </a:cubicBezTo>
                  <a:lnTo>
                    <a:pt x="159435" y="106289"/>
                  </a:lnTo>
                  <a:lnTo>
                    <a:pt x="163203" y="103894"/>
                  </a:lnTo>
                  <a:cubicBezTo>
                    <a:pt x="164231" y="103210"/>
                    <a:pt x="164917" y="101956"/>
                    <a:pt x="164917" y="100701"/>
                  </a:cubicBezTo>
                  <a:lnTo>
                    <a:pt x="164917" y="94315"/>
                  </a:lnTo>
                  <a:cubicBezTo>
                    <a:pt x="164917" y="92262"/>
                    <a:pt x="163203" y="90551"/>
                    <a:pt x="161034" y="90551"/>
                  </a:cubicBezTo>
                  <a:lnTo>
                    <a:pt x="158978" y="90551"/>
                  </a:lnTo>
                  <a:cubicBezTo>
                    <a:pt x="158635" y="89981"/>
                    <a:pt x="158178" y="89525"/>
                    <a:pt x="157722" y="89183"/>
                  </a:cubicBezTo>
                  <a:cubicBezTo>
                    <a:pt x="156579" y="88498"/>
                    <a:pt x="155209" y="88384"/>
                    <a:pt x="154067" y="88954"/>
                  </a:cubicBezTo>
                  <a:cubicBezTo>
                    <a:pt x="148927" y="91235"/>
                    <a:pt x="143788" y="92376"/>
                    <a:pt x="138763" y="92376"/>
                  </a:cubicBezTo>
                  <a:cubicBezTo>
                    <a:pt x="129969" y="92376"/>
                    <a:pt x="122089" y="88840"/>
                    <a:pt x="115236" y="81656"/>
                  </a:cubicBezTo>
                  <a:cubicBezTo>
                    <a:pt x="109640" y="75953"/>
                    <a:pt x="102445" y="73102"/>
                    <a:pt x="93765" y="73102"/>
                  </a:cubicBezTo>
                  <a:close/>
                  <a:moveTo>
                    <a:pt x="102445" y="0"/>
                  </a:moveTo>
                  <a:lnTo>
                    <a:pt x="121974" y="0"/>
                  </a:lnTo>
                  <a:cubicBezTo>
                    <a:pt x="155095" y="0"/>
                    <a:pt x="182048" y="26914"/>
                    <a:pt x="182048" y="60101"/>
                  </a:cubicBezTo>
                  <a:lnTo>
                    <a:pt x="182048" y="78919"/>
                  </a:lnTo>
                  <a:cubicBezTo>
                    <a:pt x="184332" y="82112"/>
                    <a:pt x="185474" y="85875"/>
                    <a:pt x="185474" y="89639"/>
                  </a:cubicBezTo>
                  <a:lnTo>
                    <a:pt x="185474" y="103096"/>
                  </a:lnTo>
                  <a:cubicBezTo>
                    <a:pt x="185474" y="108570"/>
                    <a:pt x="183076" y="113816"/>
                    <a:pt x="178850" y="117237"/>
                  </a:cubicBezTo>
                  <a:cubicBezTo>
                    <a:pt x="177822" y="120659"/>
                    <a:pt x="176566" y="124080"/>
                    <a:pt x="174967" y="127501"/>
                  </a:cubicBezTo>
                  <a:cubicBezTo>
                    <a:pt x="171883" y="135599"/>
                    <a:pt x="167429" y="144038"/>
                    <a:pt x="162061" y="151793"/>
                  </a:cubicBezTo>
                  <a:cubicBezTo>
                    <a:pt x="159777" y="154986"/>
                    <a:pt x="156922" y="158978"/>
                    <a:pt x="153382" y="162741"/>
                  </a:cubicBezTo>
                  <a:cubicBezTo>
                    <a:pt x="156465" y="164224"/>
                    <a:pt x="159206" y="166276"/>
                    <a:pt x="161376" y="168785"/>
                  </a:cubicBezTo>
                  <a:lnTo>
                    <a:pt x="205460" y="177567"/>
                  </a:lnTo>
                  <a:cubicBezTo>
                    <a:pt x="216881" y="179848"/>
                    <a:pt x="225104" y="189998"/>
                    <a:pt x="225104" y="201630"/>
                  </a:cubicBezTo>
                  <a:lnTo>
                    <a:pt x="225104" y="360380"/>
                  </a:lnTo>
                  <a:cubicBezTo>
                    <a:pt x="225104" y="364029"/>
                    <a:pt x="224305" y="367450"/>
                    <a:pt x="222820" y="370644"/>
                  </a:cubicBezTo>
                  <a:lnTo>
                    <a:pt x="222820" y="387978"/>
                  </a:lnTo>
                  <a:cubicBezTo>
                    <a:pt x="222820" y="399839"/>
                    <a:pt x="213227" y="409419"/>
                    <a:pt x="201349" y="409419"/>
                  </a:cubicBezTo>
                  <a:cubicBezTo>
                    <a:pt x="197123" y="409419"/>
                    <a:pt x="193012" y="408164"/>
                    <a:pt x="189700" y="405997"/>
                  </a:cubicBezTo>
                  <a:lnTo>
                    <a:pt x="189700" y="570221"/>
                  </a:lnTo>
                  <a:cubicBezTo>
                    <a:pt x="189700" y="591547"/>
                    <a:pt x="172454" y="608768"/>
                    <a:pt x="151097" y="608768"/>
                  </a:cubicBezTo>
                  <a:cubicBezTo>
                    <a:pt x="129855" y="608768"/>
                    <a:pt x="112609" y="591547"/>
                    <a:pt x="112609" y="570221"/>
                  </a:cubicBezTo>
                  <a:cubicBezTo>
                    <a:pt x="112609" y="591547"/>
                    <a:pt x="95250" y="608768"/>
                    <a:pt x="74007" y="608768"/>
                  </a:cubicBezTo>
                  <a:cubicBezTo>
                    <a:pt x="52650" y="608768"/>
                    <a:pt x="35405" y="591547"/>
                    <a:pt x="35405" y="570221"/>
                  </a:cubicBezTo>
                  <a:lnTo>
                    <a:pt x="35405" y="405997"/>
                  </a:lnTo>
                  <a:cubicBezTo>
                    <a:pt x="32093" y="408164"/>
                    <a:pt x="27981" y="409419"/>
                    <a:pt x="23756" y="409419"/>
                  </a:cubicBezTo>
                  <a:cubicBezTo>
                    <a:pt x="11878" y="409419"/>
                    <a:pt x="2284" y="399839"/>
                    <a:pt x="2284" y="387978"/>
                  </a:cubicBezTo>
                  <a:lnTo>
                    <a:pt x="2284" y="370644"/>
                  </a:lnTo>
                  <a:cubicBezTo>
                    <a:pt x="800" y="367450"/>
                    <a:pt x="0" y="364029"/>
                    <a:pt x="0" y="360380"/>
                  </a:cubicBezTo>
                  <a:lnTo>
                    <a:pt x="0" y="201630"/>
                  </a:lnTo>
                  <a:cubicBezTo>
                    <a:pt x="0" y="189998"/>
                    <a:pt x="8223" y="179962"/>
                    <a:pt x="19644" y="177567"/>
                  </a:cubicBezTo>
                  <a:lnTo>
                    <a:pt x="62929" y="168785"/>
                  </a:lnTo>
                  <a:cubicBezTo>
                    <a:pt x="65213" y="166276"/>
                    <a:pt x="67954" y="164224"/>
                    <a:pt x="70923" y="162855"/>
                  </a:cubicBezTo>
                  <a:cubicBezTo>
                    <a:pt x="67497" y="158978"/>
                    <a:pt x="64528" y="154986"/>
                    <a:pt x="62358" y="151793"/>
                  </a:cubicBezTo>
                  <a:cubicBezTo>
                    <a:pt x="56876" y="144038"/>
                    <a:pt x="52422" y="135599"/>
                    <a:pt x="49338" y="127501"/>
                  </a:cubicBezTo>
                  <a:cubicBezTo>
                    <a:pt x="47853" y="124080"/>
                    <a:pt x="46483" y="120659"/>
                    <a:pt x="45455" y="117237"/>
                  </a:cubicBezTo>
                  <a:cubicBezTo>
                    <a:pt x="41229" y="113816"/>
                    <a:pt x="38831" y="108570"/>
                    <a:pt x="38831" y="103096"/>
                  </a:cubicBezTo>
                  <a:lnTo>
                    <a:pt x="38831" y="89639"/>
                  </a:lnTo>
                  <a:cubicBezTo>
                    <a:pt x="38831" y="85875"/>
                    <a:pt x="40087" y="82112"/>
                    <a:pt x="42257" y="78919"/>
                  </a:cubicBezTo>
                  <a:lnTo>
                    <a:pt x="42257" y="60101"/>
                  </a:lnTo>
                  <a:cubicBezTo>
                    <a:pt x="42257" y="26914"/>
                    <a:pt x="69210" y="0"/>
                    <a:pt x="10244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4730052" y="3492525"/>
            <a:ext cx="1247564" cy="1247561"/>
            <a:chOff x="4537749" y="2796111"/>
            <a:chExt cx="1423198" cy="1423196"/>
          </a:xfrm>
        </p:grpSpPr>
        <p:grpSp>
          <p:nvGrpSpPr>
            <p:cNvPr name="Group 17" id="17"/>
            <p:cNvGrpSpPr/>
            <p:nvPr/>
          </p:nvGrpSpPr>
          <p:grpSpPr>
            <a:xfrm>
              <a:off x="4537749" y="2796111"/>
              <a:ext cx="1423198" cy="1423196"/>
              <a:chOff x="4832911" y="2816820"/>
              <a:chExt cx="1153616" cy="1153614"/>
            </a:xfrm>
          </p:grpSpPr>
          <p:sp>
            <p:nvSpPr>
              <p:cNvPr name="Freeform 18" id="18"/>
              <p:cNvSpPr/>
              <p:nvPr/>
            </p:nvSpPr>
            <p:spPr>
              <a:xfrm flipH="true">
                <a:off x="4832911" y="2816820"/>
                <a:ext cx="1153616" cy="1153614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19" id="19"/>
              <p:cNvSpPr/>
              <p:nvPr/>
            </p:nvSpPr>
            <p:spPr>
              <a:xfrm flipH="true">
                <a:off x="5051854" y="3035760"/>
                <a:ext cx="715735" cy="715735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20" id="20"/>
            <p:cNvSpPr/>
            <p:nvPr/>
          </p:nvSpPr>
          <p:spPr>
            <a:xfrm>
              <a:off x="5061916" y="3300667"/>
              <a:ext cx="374864" cy="414084"/>
            </a:xfrm>
            <a:custGeom>
              <a:avLst/>
              <a:gdLst/>
              <a:ahLst/>
              <a:cxnLst/>
              <a:rect r="r" b="b" t="t" l="l"/>
              <a:pathLst>
                <a:path w="551045" h="608697" stroke="true" fill="norm" extrusionOk="true">
                  <a:moveTo>
                    <a:pt x="485820" y="430096"/>
                  </a:moveTo>
                  <a:cubicBezTo>
                    <a:pt x="520910" y="430096"/>
                    <a:pt x="549489" y="457699"/>
                    <a:pt x="550987" y="492317"/>
                  </a:cubicBezTo>
                  <a:cubicBezTo>
                    <a:pt x="550987" y="492375"/>
                    <a:pt x="551045" y="492432"/>
                    <a:pt x="551045" y="492490"/>
                  </a:cubicBezTo>
                  <a:cubicBezTo>
                    <a:pt x="551045" y="492950"/>
                    <a:pt x="551045" y="493353"/>
                    <a:pt x="550987" y="493813"/>
                  </a:cubicBezTo>
                  <a:cubicBezTo>
                    <a:pt x="551045" y="494273"/>
                    <a:pt x="551045" y="494733"/>
                    <a:pt x="551045" y="495193"/>
                  </a:cubicBezTo>
                  <a:cubicBezTo>
                    <a:pt x="551045" y="531134"/>
                    <a:pt x="521832" y="560289"/>
                    <a:pt x="485820" y="560289"/>
                  </a:cubicBezTo>
                  <a:cubicBezTo>
                    <a:pt x="454129" y="560289"/>
                    <a:pt x="427739" y="537747"/>
                    <a:pt x="421862" y="507902"/>
                  </a:cubicBezTo>
                  <a:cubicBezTo>
                    <a:pt x="420710" y="503474"/>
                    <a:pt x="420076" y="499046"/>
                    <a:pt x="420134" y="494560"/>
                  </a:cubicBezTo>
                  <a:cubicBezTo>
                    <a:pt x="420134" y="489385"/>
                    <a:pt x="421056" y="484152"/>
                    <a:pt x="422611" y="479034"/>
                  </a:cubicBezTo>
                  <a:cubicBezTo>
                    <a:pt x="429814" y="450913"/>
                    <a:pt x="455397" y="430096"/>
                    <a:pt x="485820" y="430096"/>
                  </a:cubicBezTo>
                  <a:close/>
                  <a:moveTo>
                    <a:pt x="485137" y="236253"/>
                  </a:moveTo>
                  <a:cubicBezTo>
                    <a:pt x="521537" y="236253"/>
                    <a:pt x="551045" y="265714"/>
                    <a:pt x="551045" y="302055"/>
                  </a:cubicBezTo>
                  <a:cubicBezTo>
                    <a:pt x="551045" y="338396"/>
                    <a:pt x="521537" y="367857"/>
                    <a:pt x="485137" y="367857"/>
                  </a:cubicBezTo>
                  <a:cubicBezTo>
                    <a:pt x="448737" y="367857"/>
                    <a:pt x="419229" y="338396"/>
                    <a:pt x="419229" y="302055"/>
                  </a:cubicBezTo>
                  <a:cubicBezTo>
                    <a:pt x="419229" y="265714"/>
                    <a:pt x="448737" y="236253"/>
                    <a:pt x="485137" y="236253"/>
                  </a:cubicBezTo>
                  <a:close/>
                  <a:moveTo>
                    <a:pt x="45513" y="160819"/>
                  </a:moveTo>
                  <a:lnTo>
                    <a:pt x="62048" y="160819"/>
                  </a:lnTo>
                  <a:lnTo>
                    <a:pt x="78583" y="243365"/>
                  </a:lnTo>
                  <a:lnTo>
                    <a:pt x="98228" y="243365"/>
                  </a:lnTo>
                  <a:lnTo>
                    <a:pt x="103356" y="187625"/>
                  </a:lnTo>
                  <a:cubicBezTo>
                    <a:pt x="103183" y="186647"/>
                    <a:pt x="102952" y="185612"/>
                    <a:pt x="102722" y="184634"/>
                  </a:cubicBezTo>
                  <a:cubicBezTo>
                    <a:pt x="100936" y="177386"/>
                    <a:pt x="97767" y="170483"/>
                    <a:pt x="94368" y="163293"/>
                  </a:cubicBezTo>
                  <a:cubicBezTo>
                    <a:pt x="94368" y="163293"/>
                    <a:pt x="93677" y="161855"/>
                    <a:pt x="93331" y="161107"/>
                  </a:cubicBezTo>
                  <a:lnTo>
                    <a:pt x="93389" y="161107"/>
                  </a:lnTo>
                  <a:cubicBezTo>
                    <a:pt x="93331" y="160992"/>
                    <a:pt x="93274" y="160877"/>
                    <a:pt x="93274" y="160819"/>
                  </a:cubicBezTo>
                  <a:lnTo>
                    <a:pt x="137347" y="160819"/>
                  </a:lnTo>
                  <a:cubicBezTo>
                    <a:pt x="137289" y="160877"/>
                    <a:pt x="137232" y="160992"/>
                    <a:pt x="137232" y="161107"/>
                  </a:cubicBezTo>
                  <a:lnTo>
                    <a:pt x="137404" y="161107"/>
                  </a:lnTo>
                  <a:cubicBezTo>
                    <a:pt x="137059" y="161855"/>
                    <a:pt x="136367" y="163293"/>
                    <a:pt x="136367" y="163293"/>
                  </a:cubicBezTo>
                  <a:cubicBezTo>
                    <a:pt x="132507" y="171576"/>
                    <a:pt x="128820" y="179514"/>
                    <a:pt x="127322" y="187913"/>
                  </a:cubicBezTo>
                  <a:lnTo>
                    <a:pt x="132450" y="243365"/>
                  </a:lnTo>
                  <a:lnTo>
                    <a:pt x="152038" y="243365"/>
                  </a:lnTo>
                  <a:lnTo>
                    <a:pt x="168630" y="160819"/>
                  </a:lnTo>
                  <a:lnTo>
                    <a:pt x="185165" y="160819"/>
                  </a:lnTo>
                  <a:cubicBezTo>
                    <a:pt x="210283" y="160819"/>
                    <a:pt x="230678" y="181125"/>
                    <a:pt x="230678" y="206263"/>
                  </a:cubicBezTo>
                  <a:lnTo>
                    <a:pt x="230678" y="338682"/>
                  </a:lnTo>
                  <a:cubicBezTo>
                    <a:pt x="230678" y="363820"/>
                    <a:pt x="210283" y="384125"/>
                    <a:pt x="185165" y="384125"/>
                  </a:cubicBezTo>
                  <a:lnTo>
                    <a:pt x="179346" y="384125"/>
                  </a:lnTo>
                  <a:lnTo>
                    <a:pt x="179346" y="576599"/>
                  </a:lnTo>
                  <a:cubicBezTo>
                    <a:pt x="179346" y="594316"/>
                    <a:pt x="165000" y="608697"/>
                    <a:pt x="147256" y="608697"/>
                  </a:cubicBezTo>
                  <a:cubicBezTo>
                    <a:pt x="130721" y="608697"/>
                    <a:pt x="117125" y="596215"/>
                    <a:pt x="115339" y="580223"/>
                  </a:cubicBezTo>
                  <a:cubicBezTo>
                    <a:pt x="113553" y="596215"/>
                    <a:pt x="99957" y="608697"/>
                    <a:pt x="83422" y="608697"/>
                  </a:cubicBezTo>
                  <a:cubicBezTo>
                    <a:pt x="65678" y="608697"/>
                    <a:pt x="51332" y="594316"/>
                    <a:pt x="51332" y="576599"/>
                  </a:cubicBezTo>
                  <a:lnTo>
                    <a:pt x="51332" y="384125"/>
                  </a:lnTo>
                  <a:lnTo>
                    <a:pt x="45513" y="384125"/>
                  </a:lnTo>
                  <a:cubicBezTo>
                    <a:pt x="20395" y="384125"/>
                    <a:pt x="0" y="363820"/>
                    <a:pt x="0" y="338682"/>
                  </a:cubicBezTo>
                  <a:lnTo>
                    <a:pt x="0" y="206263"/>
                  </a:lnTo>
                  <a:cubicBezTo>
                    <a:pt x="0" y="181125"/>
                    <a:pt x="20395" y="160819"/>
                    <a:pt x="45513" y="160819"/>
                  </a:cubicBezTo>
                  <a:close/>
                  <a:moveTo>
                    <a:pt x="400710" y="89618"/>
                  </a:moveTo>
                  <a:lnTo>
                    <a:pt x="400710" y="134086"/>
                  </a:lnTo>
                  <a:cubicBezTo>
                    <a:pt x="375702" y="134086"/>
                    <a:pt x="355362" y="154393"/>
                    <a:pt x="355362" y="179359"/>
                  </a:cubicBezTo>
                  <a:lnTo>
                    <a:pt x="355362" y="279857"/>
                  </a:lnTo>
                  <a:lnTo>
                    <a:pt x="401517" y="279857"/>
                  </a:lnTo>
                  <a:lnTo>
                    <a:pt x="401517" y="324325"/>
                  </a:lnTo>
                  <a:lnTo>
                    <a:pt x="355362" y="324325"/>
                  </a:lnTo>
                  <a:lnTo>
                    <a:pt x="355362" y="424823"/>
                  </a:lnTo>
                  <a:cubicBezTo>
                    <a:pt x="355362" y="449731"/>
                    <a:pt x="375702" y="470038"/>
                    <a:pt x="400710" y="470038"/>
                  </a:cubicBezTo>
                  <a:lnTo>
                    <a:pt x="400710" y="514563"/>
                  </a:lnTo>
                  <a:cubicBezTo>
                    <a:pt x="351155" y="514563"/>
                    <a:pt x="310820" y="474295"/>
                    <a:pt x="310820" y="424823"/>
                  </a:cubicBezTo>
                  <a:lnTo>
                    <a:pt x="310820" y="324325"/>
                  </a:lnTo>
                  <a:lnTo>
                    <a:pt x="270830" y="324325"/>
                  </a:lnTo>
                  <a:lnTo>
                    <a:pt x="270830" y="279857"/>
                  </a:lnTo>
                  <a:lnTo>
                    <a:pt x="310820" y="279857"/>
                  </a:lnTo>
                  <a:lnTo>
                    <a:pt x="310820" y="179359"/>
                  </a:lnTo>
                  <a:cubicBezTo>
                    <a:pt x="310820" y="129886"/>
                    <a:pt x="351155" y="89618"/>
                    <a:pt x="400710" y="89618"/>
                  </a:cubicBezTo>
                  <a:close/>
                  <a:moveTo>
                    <a:pt x="487441" y="44033"/>
                  </a:moveTo>
                  <a:cubicBezTo>
                    <a:pt x="487557" y="44090"/>
                    <a:pt x="487614" y="44090"/>
                    <a:pt x="487729" y="44148"/>
                  </a:cubicBezTo>
                  <a:cubicBezTo>
                    <a:pt x="521828" y="45471"/>
                    <a:pt x="549246" y="73030"/>
                    <a:pt x="550282" y="107206"/>
                  </a:cubicBezTo>
                  <a:cubicBezTo>
                    <a:pt x="550282" y="107436"/>
                    <a:pt x="550282" y="107667"/>
                    <a:pt x="550340" y="107897"/>
                  </a:cubicBezTo>
                  <a:cubicBezTo>
                    <a:pt x="550340" y="108184"/>
                    <a:pt x="550340" y="108472"/>
                    <a:pt x="550340" y="108760"/>
                  </a:cubicBezTo>
                  <a:cubicBezTo>
                    <a:pt x="550340" y="108875"/>
                    <a:pt x="550340" y="109047"/>
                    <a:pt x="550340" y="109220"/>
                  </a:cubicBezTo>
                  <a:cubicBezTo>
                    <a:pt x="550340" y="109393"/>
                    <a:pt x="550340" y="109508"/>
                    <a:pt x="550340" y="109680"/>
                  </a:cubicBezTo>
                  <a:cubicBezTo>
                    <a:pt x="550340" y="110371"/>
                    <a:pt x="550282" y="111119"/>
                    <a:pt x="550282" y="111867"/>
                  </a:cubicBezTo>
                  <a:cubicBezTo>
                    <a:pt x="550225" y="112384"/>
                    <a:pt x="550225" y="112902"/>
                    <a:pt x="550167" y="113420"/>
                  </a:cubicBezTo>
                  <a:cubicBezTo>
                    <a:pt x="550167" y="113593"/>
                    <a:pt x="550167" y="113765"/>
                    <a:pt x="550167" y="113938"/>
                  </a:cubicBezTo>
                  <a:cubicBezTo>
                    <a:pt x="547748" y="147653"/>
                    <a:pt x="519582" y="174349"/>
                    <a:pt x="485137" y="174349"/>
                  </a:cubicBezTo>
                  <a:cubicBezTo>
                    <a:pt x="484792" y="174349"/>
                    <a:pt x="484446" y="174292"/>
                    <a:pt x="484158" y="174292"/>
                  </a:cubicBezTo>
                  <a:cubicBezTo>
                    <a:pt x="478629" y="174579"/>
                    <a:pt x="473099" y="173716"/>
                    <a:pt x="467685" y="171933"/>
                  </a:cubicBezTo>
                  <a:cubicBezTo>
                    <a:pt x="440556" y="164396"/>
                    <a:pt x="420511" y="139828"/>
                    <a:pt x="419993" y="110428"/>
                  </a:cubicBezTo>
                  <a:cubicBezTo>
                    <a:pt x="419993" y="110313"/>
                    <a:pt x="419935" y="110198"/>
                    <a:pt x="419935" y="110083"/>
                  </a:cubicBezTo>
                  <a:cubicBezTo>
                    <a:pt x="419935" y="109910"/>
                    <a:pt x="419935" y="109795"/>
                    <a:pt x="419993" y="109680"/>
                  </a:cubicBezTo>
                  <a:cubicBezTo>
                    <a:pt x="419993" y="109508"/>
                    <a:pt x="419935" y="109335"/>
                    <a:pt x="419935" y="109220"/>
                  </a:cubicBezTo>
                  <a:cubicBezTo>
                    <a:pt x="419935" y="108990"/>
                    <a:pt x="419935" y="108760"/>
                    <a:pt x="419993" y="108530"/>
                  </a:cubicBezTo>
                  <a:cubicBezTo>
                    <a:pt x="419993" y="107839"/>
                    <a:pt x="419993" y="107206"/>
                    <a:pt x="419993" y="106516"/>
                  </a:cubicBezTo>
                  <a:cubicBezTo>
                    <a:pt x="421433" y="71822"/>
                    <a:pt x="450059" y="44090"/>
                    <a:pt x="485137" y="44090"/>
                  </a:cubicBezTo>
                  <a:cubicBezTo>
                    <a:pt x="485425" y="44090"/>
                    <a:pt x="485713" y="44090"/>
                    <a:pt x="486001" y="44090"/>
                  </a:cubicBezTo>
                  <a:cubicBezTo>
                    <a:pt x="486462" y="44090"/>
                    <a:pt x="486981" y="44033"/>
                    <a:pt x="487441" y="44033"/>
                  </a:cubicBezTo>
                  <a:close/>
                  <a:moveTo>
                    <a:pt x="114993" y="748"/>
                  </a:moveTo>
                  <a:lnTo>
                    <a:pt x="115281" y="748"/>
                  </a:lnTo>
                  <a:lnTo>
                    <a:pt x="115569" y="748"/>
                  </a:lnTo>
                  <a:cubicBezTo>
                    <a:pt x="145700" y="748"/>
                    <a:pt x="171913" y="21060"/>
                    <a:pt x="179403" y="50176"/>
                  </a:cubicBezTo>
                  <a:cubicBezTo>
                    <a:pt x="180843" y="55585"/>
                    <a:pt x="181534" y="61224"/>
                    <a:pt x="181534" y="66863"/>
                  </a:cubicBezTo>
                  <a:cubicBezTo>
                    <a:pt x="181534" y="103115"/>
                    <a:pt x="151980" y="132634"/>
                    <a:pt x="115685" y="132634"/>
                  </a:cubicBezTo>
                  <a:lnTo>
                    <a:pt x="115397" y="132634"/>
                  </a:lnTo>
                  <a:lnTo>
                    <a:pt x="115109" y="132634"/>
                  </a:lnTo>
                  <a:cubicBezTo>
                    <a:pt x="84978" y="132634"/>
                    <a:pt x="58765" y="112321"/>
                    <a:pt x="51275" y="83262"/>
                  </a:cubicBezTo>
                  <a:cubicBezTo>
                    <a:pt x="49835" y="77854"/>
                    <a:pt x="49144" y="72214"/>
                    <a:pt x="49144" y="66575"/>
                  </a:cubicBezTo>
                  <a:cubicBezTo>
                    <a:pt x="49144" y="30267"/>
                    <a:pt x="78698" y="748"/>
                    <a:pt x="114993" y="748"/>
                  </a:cubicBezTo>
                  <a:close/>
                  <a:moveTo>
                    <a:pt x="114958" y="423"/>
                  </a:moveTo>
                  <a:cubicBezTo>
                    <a:pt x="78366" y="423"/>
                    <a:pt x="48690" y="30047"/>
                    <a:pt x="48690" y="66575"/>
                  </a:cubicBezTo>
                  <a:cubicBezTo>
                    <a:pt x="48690" y="72385"/>
                    <a:pt x="49439" y="78022"/>
                    <a:pt x="50822" y="83372"/>
                  </a:cubicBezTo>
                  <a:cubicBezTo>
                    <a:pt x="58198" y="111904"/>
                    <a:pt x="84129" y="133015"/>
                    <a:pt x="115073" y="133015"/>
                  </a:cubicBezTo>
                  <a:cubicBezTo>
                    <a:pt x="115131" y="133015"/>
                    <a:pt x="115246" y="133015"/>
                    <a:pt x="115361" y="133015"/>
                  </a:cubicBezTo>
                  <a:cubicBezTo>
                    <a:pt x="115419" y="133015"/>
                    <a:pt x="115534" y="133015"/>
                    <a:pt x="115649" y="133015"/>
                  </a:cubicBezTo>
                  <a:cubicBezTo>
                    <a:pt x="152241" y="133015"/>
                    <a:pt x="181917" y="103391"/>
                    <a:pt x="181917" y="66863"/>
                  </a:cubicBezTo>
                  <a:cubicBezTo>
                    <a:pt x="181917" y="61053"/>
                    <a:pt x="181168" y="55415"/>
                    <a:pt x="179785" y="50066"/>
                  </a:cubicBezTo>
                  <a:cubicBezTo>
                    <a:pt x="172409" y="21534"/>
                    <a:pt x="146478" y="423"/>
                    <a:pt x="115534" y="423"/>
                  </a:cubicBezTo>
                  <a:cubicBezTo>
                    <a:pt x="115476" y="423"/>
                    <a:pt x="115361" y="423"/>
                    <a:pt x="115246" y="423"/>
                  </a:cubicBezTo>
                  <a:cubicBezTo>
                    <a:pt x="115188" y="423"/>
                    <a:pt x="115073" y="423"/>
                    <a:pt x="114958" y="423"/>
                  </a:cubicBezTo>
                  <a:close/>
                  <a:moveTo>
                    <a:pt x="114993" y="0"/>
                  </a:moveTo>
                  <a:lnTo>
                    <a:pt x="115281" y="0"/>
                  </a:lnTo>
                  <a:lnTo>
                    <a:pt x="115569" y="0"/>
                  </a:lnTo>
                  <a:cubicBezTo>
                    <a:pt x="146046" y="0"/>
                    <a:pt x="172605" y="20542"/>
                    <a:pt x="180152" y="49946"/>
                  </a:cubicBezTo>
                  <a:cubicBezTo>
                    <a:pt x="181592" y="55470"/>
                    <a:pt x="182341" y="61109"/>
                    <a:pt x="182341" y="66863"/>
                  </a:cubicBezTo>
                  <a:cubicBezTo>
                    <a:pt x="182341" y="103575"/>
                    <a:pt x="152441" y="133439"/>
                    <a:pt x="115685" y="133439"/>
                  </a:cubicBezTo>
                  <a:lnTo>
                    <a:pt x="115397" y="133439"/>
                  </a:lnTo>
                  <a:lnTo>
                    <a:pt x="115109" y="133439"/>
                  </a:lnTo>
                  <a:cubicBezTo>
                    <a:pt x="84632" y="133439"/>
                    <a:pt x="58073" y="112897"/>
                    <a:pt x="50526" y="83493"/>
                  </a:cubicBezTo>
                  <a:cubicBezTo>
                    <a:pt x="49086" y="77969"/>
                    <a:pt x="48337" y="72272"/>
                    <a:pt x="48337" y="66575"/>
                  </a:cubicBezTo>
                  <a:cubicBezTo>
                    <a:pt x="48337" y="29864"/>
                    <a:pt x="78237" y="0"/>
                    <a:pt x="114993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6521705" y="3903413"/>
            <a:ext cx="1247564" cy="1247561"/>
            <a:chOff x="8258566" y="2796111"/>
            <a:chExt cx="1423198" cy="1423196"/>
          </a:xfrm>
        </p:grpSpPr>
        <p:grpSp>
          <p:nvGrpSpPr>
            <p:cNvPr name="Group 22" id="22"/>
            <p:cNvGrpSpPr/>
            <p:nvPr/>
          </p:nvGrpSpPr>
          <p:grpSpPr>
            <a:xfrm>
              <a:off x="8258566" y="2796111"/>
              <a:ext cx="1423198" cy="1423196"/>
              <a:chOff x="7848930" y="2816820"/>
              <a:chExt cx="1153616" cy="1153614"/>
            </a:xfrm>
          </p:grpSpPr>
          <p:sp>
            <p:nvSpPr>
              <p:cNvPr name="Freeform 23" id="23"/>
              <p:cNvSpPr/>
              <p:nvPr/>
            </p:nvSpPr>
            <p:spPr>
              <a:xfrm flipH="true">
                <a:off x="7848930" y="2816820"/>
                <a:ext cx="1153616" cy="1153614"/>
              </a:xfrm>
              <a:custGeom>
                <a:avLst/>
                <a:gdLst/>
                <a:ahLst/>
                <a:cxnLst/>
                <a:rect r="r" b="b" t="t" l="l"/>
                <a:pathLst>
                  <a:path w="1583637" h="1583637" stroke="true" fill="norm" extrusionOk="true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AutoShape 24" id="24"/>
              <p:cNvSpPr/>
              <p:nvPr/>
            </p:nvSpPr>
            <p:spPr>
              <a:xfrm flipH="true">
                <a:off x="8067874" y="3035760"/>
                <a:ext cx="715735" cy="715735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 w="19050" cap="flat" cmpd="sng">
                <a:solidFill>
                  <a:srgbClr val="FFFFFF"/>
                </a:solidFill>
                <a:prstDash val="solid"/>
              </a:ln>
            </p:spPr>
            <p:txBody>
              <a:bodyPr vert="horz" anchor="ctr" wrap="square" tIns="45720" lIns="91440" bIns="45720" rIns="91440">
                <a:normAutofit/>
              </a:bodyPr>
              <a:p>
                <a:pPr algn="ctr" marL="0"/>
              </a:p>
            </p:txBody>
          </p:sp>
        </p:grpSp>
        <p:sp>
          <p:nvSpPr>
            <p:cNvPr name="Freeform 25" id="25"/>
            <p:cNvSpPr/>
            <p:nvPr/>
          </p:nvSpPr>
          <p:spPr>
            <a:xfrm>
              <a:off x="8782733" y="3300667"/>
              <a:ext cx="374864" cy="414084"/>
            </a:xfrm>
            <a:custGeom>
              <a:avLst/>
              <a:gdLst/>
              <a:ahLst/>
              <a:cxnLst/>
              <a:rect r="r" b="b" t="t" l="l"/>
              <a:pathLst>
                <a:path w="551045" h="608697" stroke="true" fill="norm" extrusionOk="true">
                  <a:moveTo>
                    <a:pt x="485820" y="430096"/>
                  </a:moveTo>
                  <a:cubicBezTo>
                    <a:pt x="520910" y="430096"/>
                    <a:pt x="549489" y="457699"/>
                    <a:pt x="550987" y="492317"/>
                  </a:cubicBezTo>
                  <a:cubicBezTo>
                    <a:pt x="550987" y="492375"/>
                    <a:pt x="551045" y="492432"/>
                    <a:pt x="551045" y="492490"/>
                  </a:cubicBezTo>
                  <a:cubicBezTo>
                    <a:pt x="551045" y="492950"/>
                    <a:pt x="551045" y="493353"/>
                    <a:pt x="550987" y="493813"/>
                  </a:cubicBezTo>
                  <a:cubicBezTo>
                    <a:pt x="551045" y="494273"/>
                    <a:pt x="551045" y="494733"/>
                    <a:pt x="551045" y="495193"/>
                  </a:cubicBezTo>
                  <a:cubicBezTo>
                    <a:pt x="551045" y="531134"/>
                    <a:pt x="521832" y="560289"/>
                    <a:pt x="485820" y="560289"/>
                  </a:cubicBezTo>
                  <a:cubicBezTo>
                    <a:pt x="454129" y="560289"/>
                    <a:pt x="427739" y="537747"/>
                    <a:pt x="421862" y="507902"/>
                  </a:cubicBezTo>
                  <a:cubicBezTo>
                    <a:pt x="420710" y="503474"/>
                    <a:pt x="420076" y="499046"/>
                    <a:pt x="420134" y="494560"/>
                  </a:cubicBezTo>
                  <a:cubicBezTo>
                    <a:pt x="420134" y="489385"/>
                    <a:pt x="421056" y="484152"/>
                    <a:pt x="422611" y="479034"/>
                  </a:cubicBezTo>
                  <a:cubicBezTo>
                    <a:pt x="429814" y="450913"/>
                    <a:pt x="455397" y="430096"/>
                    <a:pt x="485820" y="430096"/>
                  </a:cubicBezTo>
                  <a:close/>
                  <a:moveTo>
                    <a:pt x="485137" y="236253"/>
                  </a:moveTo>
                  <a:cubicBezTo>
                    <a:pt x="521537" y="236253"/>
                    <a:pt x="551045" y="265714"/>
                    <a:pt x="551045" y="302055"/>
                  </a:cubicBezTo>
                  <a:cubicBezTo>
                    <a:pt x="551045" y="338396"/>
                    <a:pt x="521537" y="367857"/>
                    <a:pt x="485137" y="367857"/>
                  </a:cubicBezTo>
                  <a:cubicBezTo>
                    <a:pt x="448737" y="367857"/>
                    <a:pt x="419229" y="338396"/>
                    <a:pt x="419229" y="302055"/>
                  </a:cubicBezTo>
                  <a:cubicBezTo>
                    <a:pt x="419229" y="265714"/>
                    <a:pt x="448737" y="236253"/>
                    <a:pt x="485137" y="236253"/>
                  </a:cubicBezTo>
                  <a:close/>
                  <a:moveTo>
                    <a:pt x="45513" y="160819"/>
                  </a:moveTo>
                  <a:lnTo>
                    <a:pt x="62048" y="160819"/>
                  </a:lnTo>
                  <a:lnTo>
                    <a:pt x="78583" y="243365"/>
                  </a:lnTo>
                  <a:lnTo>
                    <a:pt x="98228" y="243365"/>
                  </a:lnTo>
                  <a:lnTo>
                    <a:pt x="103356" y="187625"/>
                  </a:lnTo>
                  <a:cubicBezTo>
                    <a:pt x="103183" y="186647"/>
                    <a:pt x="102952" y="185612"/>
                    <a:pt x="102722" y="184634"/>
                  </a:cubicBezTo>
                  <a:cubicBezTo>
                    <a:pt x="100936" y="177386"/>
                    <a:pt x="97767" y="170483"/>
                    <a:pt x="94368" y="163293"/>
                  </a:cubicBezTo>
                  <a:cubicBezTo>
                    <a:pt x="94368" y="163293"/>
                    <a:pt x="93677" y="161855"/>
                    <a:pt x="93331" y="161107"/>
                  </a:cubicBezTo>
                  <a:lnTo>
                    <a:pt x="93389" y="161107"/>
                  </a:lnTo>
                  <a:cubicBezTo>
                    <a:pt x="93331" y="160992"/>
                    <a:pt x="93274" y="160877"/>
                    <a:pt x="93274" y="160819"/>
                  </a:cubicBezTo>
                  <a:lnTo>
                    <a:pt x="137347" y="160819"/>
                  </a:lnTo>
                  <a:cubicBezTo>
                    <a:pt x="137289" y="160877"/>
                    <a:pt x="137232" y="160992"/>
                    <a:pt x="137232" y="161107"/>
                  </a:cubicBezTo>
                  <a:lnTo>
                    <a:pt x="137404" y="161107"/>
                  </a:lnTo>
                  <a:cubicBezTo>
                    <a:pt x="137059" y="161855"/>
                    <a:pt x="136367" y="163293"/>
                    <a:pt x="136367" y="163293"/>
                  </a:cubicBezTo>
                  <a:cubicBezTo>
                    <a:pt x="132507" y="171576"/>
                    <a:pt x="128820" y="179514"/>
                    <a:pt x="127322" y="187913"/>
                  </a:cubicBezTo>
                  <a:lnTo>
                    <a:pt x="132450" y="243365"/>
                  </a:lnTo>
                  <a:lnTo>
                    <a:pt x="152038" y="243365"/>
                  </a:lnTo>
                  <a:lnTo>
                    <a:pt x="168630" y="160819"/>
                  </a:lnTo>
                  <a:lnTo>
                    <a:pt x="185165" y="160819"/>
                  </a:lnTo>
                  <a:cubicBezTo>
                    <a:pt x="210283" y="160819"/>
                    <a:pt x="230678" y="181125"/>
                    <a:pt x="230678" y="206263"/>
                  </a:cubicBezTo>
                  <a:lnTo>
                    <a:pt x="230678" y="338682"/>
                  </a:lnTo>
                  <a:cubicBezTo>
                    <a:pt x="230678" y="363820"/>
                    <a:pt x="210283" y="384125"/>
                    <a:pt x="185165" y="384125"/>
                  </a:cubicBezTo>
                  <a:lnTo>
                    <a:pt x="179346" y="384125"/>
                  </a:lnTo>
                  <a:lnTo>
                    <a:pt x="179346" y="576599"/>
                  </a:lnTo>
                  <a:cubicBezTo>
                    <a:pt x="179346" y="594316"/>
                    <a:pt x="165000" y="608697"/>
                    <a:pt x="147256" y="608697"/>
                  </a:cubicBezTo>
                  <a:cubicBezTo>
                    <a:pt x="130721" y="608697"/>
                    <a:pt x="117125" y="596215"/>
                    <a:pt x="115339" y="580223"/>
                  </a:cubicBezTo>
                  <a:cubicBezTo>
                    <a:pt x="113553" y="596215"/>
                    <a:pt x="99957" y="608697"/>
                    <a:pt x="83422" y="608697"/>
                  </a:cubicBezTo>
                  <a:cubicBezTo>
                    <a:pt x="65678" y="608697"/>
                    <a:pt x="51332" y="594316"/>
                    <a:pt x="51332" y="576599"/>
                  </a:cubicBezTo>
                  <a:lnTo>
                    <a:pt x="51332" y="384125"/>
                  </a:lnTo>
                  <a:lnTo>
                    <a:pt x="45513" y="384125"/>
                  </a:lnTo>
                  <a:cubicBezTo>
                    <a:pt x="20395" y="384125"/>
                    <a:pt x="0" y="363820"/>
                    <a:pt x="0" y="338682"/>
                  </a:cubicBezTo>
                  <a:lnTo>
                    <a:pt x="0" y="206263"/>
                  </a:lnTo>
                  <a:cubicBezTo>
                    <a:pt x="0" y="181125"/>
                    <a:pt x="20395" y="160819"/>
                    <a:pt x="45513" y="160819"/>
                  </a:cubicBezTo>
                  <a:close/>
                  <a:moveTo>
                    <a:pt x="400710" y="89618"/>
                  </a:moveTo>
                  <a:lnTo>
                    <a:pt x="400710" y="134086"/>
                  </a:lnTo>
                  <a:cubicBezTo>
                    <a:pt x="375702" y="134086"/>
                    <a:pt x="355362" y="154393"/>
                    <a:pt x="355362" y="179359"/>
                  </a:cubicBezTo>
                  <a:lnTo>
                    <a:pt x="355362" y="279857"/>
                  </a:lnTo>
                  <a:lnTo>
                    <a:pt x="401517" y="279857"/>
                  </a:lnTo>
                  <a:lnTo>
                    <a:pt x="401517" y="324325"/>
                  </a:lnTo>
                  <a:lnTo>
                    <a:pt x="355362" y="324325"/>
                  </a:lnTo>
                  <a:lnTo>
                    <a:pt x="355362" y="424823"/>
                  </a:lnTo>
                  <a:cubicBezTo>
                    <a:pt x="355362" y="449731"/>
                    <a:pt x="375702" y="470038"/>
                    <a:pt x="400710" y="470038"/>
                  </a:cubicBezTo>
                  <a:lnTo>
                    <a:pt x="400710" y="514563"/>
                  </a:lnTo>
                  <a:cubicBezTo>
                    <a:pt x="351155" y="514563"/>
                    <a:pt x="310820" y="474295"/>
                    <a:pt x="310820" y="424823"/>
                  </a:cubicBezTo>
                  <a:lnTo>
                    <a:pt x="310820" y="324325"/>
                  </a:lnTo>
                  <a:lnTo>
                    <a:pt x="270830" y="324325"/>
                  </a:lnTo>
                  <a:lnTo>
                    <a:pt x="270830" y="279857"/>
                  </a:lnTo>
                  <a:lnTo>
                    <a:pt x="310820" y="279857"/>
                  </a:lnTo>
                  <a:lnTo>
                    <a:pt x="310820" y="179359"/>
                  </a:lnTo>
                  <a:cubicBezTo>
                    <a:pt x="310820" y="129886"/>
                    <a:pt x="351155" y="89618"/>
                    <a:pt x="400710" y="89618"/>
                  </a:cubicBezTo>
                  <a:close/>
                  <a:moveTo>
                    <a:pt x="487441" y="44033"/>
                  </a:moveTo>
                  <a:cubicBezTo>
                    <a:pt x="487557" y="44090"/>
                    <a:pt x="487614" y="44090"/>
                    <a:pt x="487729" y="44148"/>
                  </a:cubicBezTo>
                  <a:cubicBezTo>
                    <a:pt x="521828" y="45471"/>
                    <a:pt x="549246" y="73030"/>
                    <a:pt x="550282" y="107206"/>
                  </a:cubicBezTo>
                  <a:cubicBezTo>
                    <a:pt x="550282" y="107436"/>
                    <a:pt x="550282" y="107667"/>
                    <a:pt x="550340" y="107897"/>
                  </a:cubicBezTo>
                  <a:cubicBezTo>
                    <a:pt x="550340" y="108184"/>
                    <a:pt x="550340" y="108472"/>
                    <a:pt x="550340" y="108760"/>
                  </a:cubicBezTo>
                  <a:cubicBezTo>
                    <a:pt x="550340" y="108875"/>
                    <a:pt x="550340" y="109047"/>
                    <a:pt x="550340" y="109220"/>
                  </a:cubicBezTo>
                  <a:cubicBezTo>
                    <a:pt x="550340" y="109393"/>
                    <a:pt x="550340" y="109508"/>
                    <a:pt x="550340" y="109680"/>
                  </a:cubicBezTo>
                  <a:cubicBezTo>
                    <a:pt x="550340" y="110371"/>
                    <a:pt x="550282" y="111119"/>
                    <a:pt x="550282" y="111867"/>
                  </a:cubicBezTo>
                  <a:cubicBezTo>
                    <a:pt x="550225" y="112384"/>
                    <a:pt x="550225" y="112902"/>
                    <a:pt x="550167" y="113420"/>
                  </a:cubicBezTo>
                  <a:cubicBezTo>
                    <a:pt x="550167" y="113593"/>
                    <a:pt x="550167" y="113765"/>
                    <a:pt x="550167" y="113938"/>
                  </a:cubicBezTo>
                  <a:cubicBezTo>
                    <a:pt x="547748" y="147653"/>
                    <a:pt x="519582" y="174349"/>
                    <a:pt x="485137" y="174349"/>
                  </a:cubicBezTo>
                  <a:cubicBezTo>
                    <a:pt x="484792" y="174349"/>
                    <a:pt x="484446" y="174292"/>
                    <a:pt x="484158" y="174292"/>
                  </a:cubicBezTo>
                  <a:cubicBezTo>
                    <a:pt x="478629" y="174579"/>
                    <a:pt x="473099" y="173716"/>
                    <a:pt x="467685" y="171933"/>
                  </a:cubicBezTo>
                  <a:cubicBezTo>
                    <a:pt x="440556" y="164396"/>
                    <a:pt x="420511" y="139828"/>
                    <a:pt x="419993" y="110428"/>
                  </a:cubicBezTo>
                  <a:cubicBezTo>
                    <a:pt x="419993" y="110313"/>
                    <a:pt x="419935" y="110198"/>
                    <a:pt x="419935" y="110083"/>
                  </a:cubicBezTo>
                  <a:cubicBezTo>
                    <a:pt x="419935" y="109910"/>
                    <a:pt x="419935" y="109795"/>
                    <a:pt x="419993" y="109680"/>
                  </a:cubicBezTo>
                  <a:cubicBezTo>
                    <a:pt x="419993" y="109508"/>
                    <a:pt x="419935" y="109335"/>
                    <a:pt x="419935" y="109220"/>
                  </a:cubicBezTo>
                  <a:cubicBezTo>
                    <a:pt x="419935" y="108990"/>
                    <a:pt x="419935" y="108760"/>
                    <a:pt x="419993" y="108530"/>
                  </a:cubicBezTo>
                  <a:cubicBezTo>
                    <a:pt x="419993" y="107839"/>
                    <a:pt x="419993" y="107206"/>
                    <a:pt x="419993" y="106516"/>
                  </a:cubicBezTo>
                  <a:cubicBezTo>
                    <a:pt x="421433" y="71822"/>
                    <a:pt x="450059" y="44090"/>
                    <a:pt x="485137" y="44090"/>
                  </a:cubicBezTo>
                  <a:cubicBezTo>
                    <a:pt x="485425" y="44090"/>
                    <a:pt x="485713" y="44090"/>
                    <a:pt x="486001" y="44090"/>
                  </a:cubicBezTo>
                  <a:cubicBezTo>
                    <a:pt x="486462" y="44090"/>
                    <a:pt x="486981" y="44033"/>
                    <a:pt x="487441" y="44033"/>
                  </a:cubicBezTo>
                  <a:close/>
                  <a:moveTo>
                    <a:pt x="114993" y="748"/>
                  </a:moveTo>
                  <a:lnTo>
                    <a:pt x="115281" y="748"/>
                  </a:lnTo>
                  <a:lnTo>
                    <a:pt x="115569" y="748"/>
                  </a:lnTo>
                  <a:cubicBezTo>
                    <a:pt x="145700" y="748"/>
                    <a:pt x="171913" y="21060"/>
                    <a:pt x="179403" y="50176"/>
                  </a:cubicBezTo>
                  <a:cubicBezTo>
                    <a:pt x="180843" y="55585"/>
                    <a:pt x="181534" y="61224"/>
                    <a:pt x="181534" y="66863"/>
                  </a:cubicBezTo>
                  <a:cubicBezTo>
                    <a:pt x="181534" y="103115"/>
                    <a:pt x="151980" y="132634"/>
                    <a:pt x="115685" y="132634"/>
                  </a:cubicBezTo>
                  <a:lnTo>
                    <a:pt x="115397" y="132634"/>
                  </a:lnTo>
                  <a:lnTo>
                    <a:pt x="115109" y="132634"/>
                  </a:lnTo>
                  <a:cubicBezTo>
                    <a:pt x="84978" y="132634"/>
                    <a:pt x="58765" y="112321"/>
                    <a:pt x="51275" y="83262"/>
                  </a:cubicBezTo>
                  <a:cubicBezTo>
                    <a:pt x="49835" y="77854"/>
                    <a:pt x="49144" y="72214"/>
                    <a:pt x="49144" y="66575"/>
                  </a:cubicBezTo>
                  <a:cubicBezTo>
                    <a:pt x="49144" y="30267"/>
                    <a:pt x="78698" y="748"/>
                    <a:pt x="114993" y="748"/>
                  </a:cubicBezTo>
                  <a:close/>
                  <a:moveTo>
                    <a:pt x="114958" y="423"/>
                  </a:moveTo>
                  <a:cubicBezTo>
                    <a:pt x="78366" y="423"/>
                    <a:pt x="48690" y="30047"/>
                    <a:pt x="48690" y="66575"/>
                  </a:cubicBezTo>
                  <a:cubicBezTo>
                    <a:pt x="48690" y="72385"/>
                    <a:pt x="49439" y="78022"/>
                    <a:pt x="50822" y="83372"/>
                  </a:cubicBezTo>
                  <a:cubicBezTo>
                    <a:pt x="58198" y="111904"/>
                    <a:pt x="84129" y="133015"/>
                    <a:pt x="115073" y="133015"/>
                  </a:cubicBezTo>
                  <a:cubicBezTo>
                    <a:pt x="115131" y="133015"/>
                    <a:pt x="115246" y="133015"/>
                    <a:pt x="115361" y="133015"/>
                  </a:cubicBezTo>
                  <a:cubicBezTo>
                    <a:pt x="115419" y="133015"/>
                    <a:pt x="115534" y="133015"/>
                    <a:pt x="115649" y="133015"/>
                  </a:cubicBezTo>
                  <a:cubicBezTo>
                    <a:pt x="152241" y="133015"/>
                    <a:pt x="181917" y="103391"/>
                    <a:pt x="181917" y="66863"/>
                  </a:cubicBezTo>
                  <a:cubicBezTo>
                    <a:pt x="181917" y="61053"/>
                    <a:pt x="181168" y="55415"/>
                    <a:pt x="179785" y="50066"/>
                  </a:cubicBezTo>
                  <a:cubicBezTo>
                    <a:pt x="172409" y="21534"/>
                    <a:pt x="146478" y="423"/>
                    <a:pt x="115534" y="423"/>
                  </a:cubicBezTo>
                  <a:cubicBezTo>
                    <a:pt x="115476" y="423"/>
                    <a:pt x="115361" y="423"/>
                    <a:pt x="115246" y="423"/>
                  </a:cubicBezTo>
                  <a:cubicBezTo>
                    <a:pt x="115188" y="423"/>
                    <a:pt x="115073" y="423"/>
                    <a:pt x="114958" y="423"/>
                  </a:cubicBezTo>
                  <a:close/>
                  <a:moveTo>
                    <a:pt x="114993" y="0"/>
                  </a:moveTo>
                  <a:lnTo>
                    <a:pt x="115281" y="0"/>
                  </a:lnTo>
                  <a:lnTo>
                    <a:pt x="115569" y="0"/>
                  </a:lnTo>
                  <a:cubicBezTo>
                    <a:pt x="146046" y="0"/>
                    <a:pt x="172605" y="20542"/>
                    <a:pt x="180152" y="49946"/>
                  </a:cubicBezTo>
                  <a:cubicBezTo>
                    <a:pt x="181592" y="55470"/>
                    <a:pt x="182341" y="61109"/>
                    <a:pt x="182341" y="66863"/>
                  </a:cubicBezTo>
                  <a:cubicBezTo>
                    <a:pt x="182341" y="103575"/>
                    <a:pt x="152441" y="133439"/>
                    <a:pt x="115685" y="133439"/>
                  </a:cubicBezTo>
                  <a:lnTo>
                    <a:pt x="115397" y="133439"/>
                  </a:lnTo>
                  <a:lnTo>
                    <a:pt x="115109" y="133439"/>
                  </a:lnTo>
                  <a:cubicBezTo>
                    <a:pt x="84632" y="133439"/>
                    <a:pt x="58073" y="112897"/>
                    <a:pt x="50526" y="83493"/>
                  </a:cubicBezTo>
                  <a:cubicBezTo>
                    <a:pt x="49086" y="77969"/>
                    <a:pt x="48337" y="72272"/>
                    <a:pt x="48337" y="66575"/>
                  </a:cubicBezTo>
                  <a:cubicBezTo>
                    <a:pt x="48337" y="29864"/>
                    <a:pt x="78237" y="0"/>
                    <a:pt x="114993" y="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26" id="26"/>
          <p:cNvSpPr txBox="true"/>
          <p:nvPr/>
        </p:nvSpPr>
        <p:spPr>
          <a:xfrm>
            <a:off x="457200" y="2502570"/>
            <a:ext cx="3431666" cy="657809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ctr" marL="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Integers, Floats, and Strings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>
            <a:off x="457200" y="3294590"/>
            <a:ext cx="3431666" cy="2316019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Integers for whole numbers (e.g., 42), floats for decimals (3.14), strings in quotes ("text"). Dynamic typing—no declaration needed.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825488" y="2502570"/>
            <a:ext cx="3693410" cy="657809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ctr" marL="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Booleans and None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7825488" y="3184657"/>
            <a:ext cx="3693410" cy="1992853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True/False for conditions; None for null values. Use `type()` to check data type dynamically.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8279" dur="indefinite" repeatCount="1000" spd="100%" accel="0%" decel="0%" restart="never" nodeType="tmRoot">
          <p:childTnLst>
            <p:seq concurrent="true" nextAc="seek">
              <p:cTn id="18280" dur="indefinite" repeatCount="1000" spd="100%" accel="0%" decel="0%" nodeType="mainSeq">
                <p:childTnLst>
                  <p:par>
                    <p:cTn id="18281" repeatCount="1000" spd="100%" accel="0%" decel="0%" fill="hold">
                      <p:stCondLst>
                        <p:cond delay="indefinite"/>
                        <p:cond evt="onBegin" delay="0">
                          <p:tn val="18280"/>
                        </p:cond>
                      </p:stCondLst>
                      <p:childTnLst>
                        <p:par>
                          <p:cTn id="1828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283" presetID="3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285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86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87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18284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8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8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290" presetID="23" presetClass="entr" presetSubtype="3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291" dur="500" repeatCount="1000" spd="100%" accel="0%" decel="0%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92" dur="500" repeatCount="1000" spd="100%" accel="0%" decel="0%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93" dur="500" repeatCount="1000" spd="100%" accel="0%" decel="0%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94" dur="500" repeatCount="1000" spd="100%" accel="0%" decel="0%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95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297" presetID="2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edge" transition="in">
                                      <p:cBhvr>
                                        <p:cTn id="18298" dur="1000" repeatCount="1000" spd="100%" accel="0%" decel="0%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99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0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301" presetID="1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03" dur="500" repeatCount="1000" spd="100%" accel="0%" decel="0%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>
                                        <p:cTn id="18302" dur="500" repeatCount="1000" spd="100%" accel="0%" decel="0%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04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0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18306" presetID="5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308" dur="1000" repeatCount="1000" spd="100%" accel="0%" decel="0%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09" dur="1000" repeatCount="1000" spd="100%" accel="0%" decel="0%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18307" dur="1000" repeatCount="1000" spd="100%" accel="0%" decel="0%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1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Variable Assignment and Usage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1671433" y="1996877"/>
            <a:ext cx="5427623" cy="3415526"/>
            <a:chOff x="1161641" y="1610835"/>
            <a:chExt cx="6502124" cy="4091694"/>
          </a:xfrm>
          <a:solidFill>
            <a:srgbClr val="FFFFFF">
              <a:lumMod val="85000"/>
            </a:srgbClr>
          </a:solidFill>
        </p:grpSpPr>
        <p:sp>
          <p:nvSpPr>
            <p:cNvPr name="Freeform 4" id="4"/>
            <p:cNvSpPr/>
            <p:nvPr/>
          </p:nvSpPr>
          <p:spPr>
            <a:xfrm rot="1582721">
              <a:off x="5618765" y="1610835"/>
              <a:ext cx="2045000" cy="3067492"/>
            </a:xfrm>
            <a:custGeom>
              <a:avLst/>
              <a:gdLst/>
              <a:ahLst/>
              <a:cxnLst/>
              <a:rect r="r" b="b" t="t" l="l"/>
              <a:pathLst>
                <a:path w="130629" h="195943" stroke="true" fill="norm" extrusionOk="true">
                  <a:moveTo>
                    <a:pt x="65315" y="36739"/>
                  </a:moveTo>
                  <a:cubicBezTo>
                    <a:pt x="69567" y="36739"/>
                    <a:pt x="73798" y="37419"/>
                    <a:pt x="78007" y="38780"/>
                  </a:cubicBezTo>
                  <a:cubicBezTo>
                    <a:pt x="82217" y="40141"/>
                    <a:pt x="85917" y="42437"/>
                    <a:pt x="89106" y="45669"/>
                  </a:cubicBezTo>
                  <a:cubicBezTo>
                    <a:pt x="92295" y="48901"/>
                    <a:pt x="93890" y="52728"/>
                    <a:pt x="93890" y="57150"/>
                  </a:cubicBezTo>
                  <a:cubicBezTo>
                    <a:pt x="93890" y="58255"/>
                    <a:pt x="93486" y="59212"/>
                    <a:pt x="92678" y="60020"/>
                  </a:cubicBezTo>
                  <a:cubicBezTo>
                    <a:pt x="91870" y="60828"/>
                    <a:pt x="90913" y="61232"/>
                    <a:pt x="89807" y="61232"/>
                  </a:cubicBezTo>
                  <a:cubicBezTo>
                    <a:pt x="88702" y="61232"/>
                    <a:pt x="87745" y="60828"/>
                    <a:pt x="86937" y="60020"/>
                  </a:cubicBezTo>
                  <a:cubicBezTo>
                    <a:pt x="86129" y="59212"/>
                    <a:pt x="85725" y="58255"/>
                    <a:pt x="85725" y="57150"/>
                  </a:cubicBezTo>
                  <a:cubicBezTo>
                    <a:pt x="85725" y="53238"/>
                    <a:pt x="83429" y="50219"/>
                    <a:pt x="78837" y="48093"/>
                  </a:cubicBezTo>
                  <a:cubicBezTo>
                    <a:pt x="74244" y="45966"/>
                    <a:pt x="69737" y="44903"/>
                    <a:pt x="65315" y="44903"/>
                  </a:cubicBezTo>
                  <a:cubicBezTo>
                    <a:pt x="64209" y="44903"/>
                    <a:pt x="63252" y="44499"/>
                    <a:pt x="62444" y="43692"/>
                  </a:cubicBezTo>
                  <a:cubicBezTo>
                    <a:pt x="61636" y="42884"/>
                    <a:pt x="61232" y="41927"/>
                    <a:pt x="61232" y="40821"/>
                  </a:cubicBezTo>
                  <a:cubicBezTo>
                    <a:pt x="61232" y="39716"/>
                    <a:pt x="61636" y="38759"/>
                    <a:pt x="62444" y="37951"/>
                  </a:cubicBezTo>
                  <a:cubicBezTo>
                    <a:pt x="63252" y="37143"/>
                    <a:pt x="64209" y="36739"/>
                    <a:pt x="65315" y="36739"/>
                  </a:cubicBezTo>
                  <a:close/>
                  <a:moveTo>
                    <a:pt x="65315" y="16328"/>
                  </a:moveTo>
                  <a:cubicBezTo>
                    <a:pt x="59446" y="16328"/>
                    <a:pt x="53642" y="17285"/>
                    <a:pt x="47902" y="19199"/>
                  </a:cubicBezTo>
                  <a:cubicBezTo>
                    <a:pt x="42161" y="21112"/>
                    <a:pt x="36931" y="23749"/>
                    <a:pt x="32211" y="27108"/>
                  </a:cubicBezTo>
                  <a:cubicBezTo>
                    <a:pt x="27491" y="30467"/>
                    <a:pt x="23664" y="34783"/>
                    <a:pt x="20730" y="40056"/>
                  </a:cubicBezTo>
                  <a:cubicBezTo>
                    <a:pt x="17796" y="45329"/>
                    <a:pt x="16329" y="51027"/>
                    <a:pt x="16329" y="57150"/>
                  </a:cubicBezTo>
                  <a:cubicBezTo>
                    <a:pt x="16329" y="65739"/>
                    <a:pt x="19220" y="73393"/>
                    <a:pt x="25003" y="80112"/>
                  </a:cubicBezTo>
                  <a:cubicBezTo>
                    <a:pt x="25854" y="81047"/>
                    <a:pt x="27151" y="82451"/>
                    <a:pt x="28894" y="84322"/>
                  </a:cubicBezTo>
                  <a:cubicBezTo>
                    <a:pt x="30638" y="86193"/>
                    <a:pt x="31935" y="87596"/>
                    <a:pt x="32785" y="88531"/>
                  </a:cubicBezTo>
                  <a:cubicBezTo>
                    <a:pt x="43671" y="101543"/>
                    <a:pt x="49666" y="114215"/>
                    <a:pt x="50772" y="126546"/>
                  </a:cubicBezTo>
                  <a:lnTo>
                    <a:pt x="79857" y="126546"/>
                  </a:lnTo>
                  <a:cubicBezTo>
                    <a:pt x="80963" y="114215"/>
                    <a:pt x="86958" y="101543"/>
                    <a:pt x="97844" y="88531"/>
                  </a:cubicBezTo>
                  <a:cubicBezTo>
                    <a:pt x="98695" y="87596"/>
                    <a:pt x="99991" y="86193"/>
                    <a:pt x="101735" y="84322"/>
                  </a:cubicBezTo>
                  <a:cubicBezTo>
                    <a:pt x="103478" y="82451"/>
                    <a:pt x="104775" y="81047"/>
                    <a:pt x="105626" y="80112"/>
                  </a:cubicBezTo>
                  <a:cubicBezTo>
                    <a:pt x="111409" y="73393"/>
                    <a:pt x="114300" y="65739"/>
                    <a:pt x="114300" y="57150"/>
                  </a:cubicBezTo>
                  <a:cubicBezTo>
                    <a:pt x="114300" y="51027"/>
                    <a:pt x="112833" y="45329"/>
                    <a:pt x="109899" y="40056"/>
                  </a:cubicBezTo>
                  <a:cubicBezTo>
                    <a:pt x="106965" y="34783"/>
                    <a:pt x="103138" y="30467"/>
                    <a:pt x="98418" y="27108"/>
                  </a:cubicBezTo>
                  <a:cubicBezTo>
                    <a:pt x="93698" y="23749"/>
                    <a:pt x="88468" y="21112"/>
                    <a:pt x="82727" y="19199"/>
                  </a:cubicBezTo>
                  <a:cubicBezTo>
                    <a:pt x="76987" y="17285"/>
                    <a:pt x="71183" y="16328"/>
                    <a:pt x="65315" y="16328"/>
                  </a:cubicBezTo>
                  <a:close/>
                  <a:moveTo>
                    <a:pt x="65315" y="0"/>
                  </a:moveTo>
                  <a:cubicBezTo>
                    <a:pt x="73394" y="0"/>
                    <a:pt x="81324" y="1382"/>
                    <a:pt x="89106" y="4146"/>
                  </a:cubicBezTo>
                  <a:cubicBezTo>
                    <a:pt x="96887" y="6910"/>
                    <a:pt x="103861" y="10694"/>
                    <a:pt x="110027" y="15499"/>
                  </a:cubicBezTo>
                  <a:cubicBezTo>
                    <a:pt x="116192" y="20304"/>
                    <a:pt x="121168" y="26342"/>
                    <a:pt x="124952" y="33614"/>
                  </a:cubicBezTo>
                  <a:cubicBezTo>
                    <a:pt x="128737" y="40885"/>
                    <a:pt x="130629" y="48730"/>
                    <a:pt x="130629" y="57150"/>
                  </a:cubicBezTo>
                  <a:cubicBezTo>
                    <a:pt x="130629" y="70332"/>
                    <a:pt x="126249" y="81728"/>
                    <a:pt x="117489" y="91338"/>
                  </a:cubicBezTo>
                  <a:cubicBezTo>
                    <a:pt x="113662" y="95505"/>
                    <a:pt x="110495" y="99204"/>
                    <a:pt x="107986" y="102436"/>
                  </a:cubicBezTo>
                  <a:cubicBezTo>
                    <a:pt x="105477" y="105668"/>
                    <a:pt x="102947" y="109729"/>
                    <a:pt x="100395" y="114619"/>
                  </a:cubicBezTo>
                  <a:cubicBezTo>
                    <a:pt x="97844" y="119509"/>
                    <a:pt x="96398" y="124080"/>
                    <a:pt x="96058" y="128332"/>
                  </a:cubicBezTo>
                  <a:cubicBezTo>
                    <a:pt x="100055" y="130713"/>
                    <a:pt x="102054" y="134200"/>
                    <a:pt x="102054" y="138793"/>
                  </a:cubicBezTo>
                  <a:cubicBezTo>
                    <a:pt x="102054" y="141939"/>
                    <a:pt x="100991" y="144661"/>
                    <a:pt x="98865" y="146957"/>
                  </a:cubicBezTo>
                  <a:cubicBezTo>
                    <a:pt x="100991" y="149253"/>
                    <a:pt x="102054" y="151975"/>
                    <a:pt x="102054" y="155121"/>
                  </a:cubicBezTo>
                  <a:cubicBezTo>
                    <a:pt x="102054" y="159544"/>
                    <a:pt x="100140" y="162988"/>
                    <a:pt x="96313" y="165454"/>
                  </a:cubicBezTo>
                  <a:cubicBezTo>
                    <a:pt x="97419" y="167410"/>
                    <a:pt x="97972" y="169409"/>
                    <a:pt x="97972" y="171450"/>
                  </a:cubicBezTo>
                  <a:cubicBezTo>
                    <a:pt x="97972" y="175362"/>
                    <a:pt x="96632" y="178381"/>
                    <a:pt x="93953" y="180507"/>
                  </a:cubicBezTo>
                  <a:cubicBezTo>
                    <a:pt x="91274" y="182633"/>
                    <a:pt x="87979" y="183696"/>
                    <a:pt x="84067" y="183696"/>
                  </a:cubicBezTo>
                  <a:cubicBezTo>
                    <a:pt x="82366" y="187438"/>
                    <a:pt x="79815" y="190415"/>
                    <a:pt x="76413" y="192626"/>
                  </a:cubicBezTo>
                  <a:cubicBezTo>
                    <a:pt x="73011" y="194837"/>
                    <a:pt x="69312" y="195943"/>
                    <a:pt x="65315" y="195943"/>
                  </a:cubicBezTo>
                  <a:cubicBezTo>
                    <a:pt x="61317" y="195943"/>
                    <a:pt x="57618" y="194837"/>
                    <a:pt x="54216" y="192626"/>
                  </a:cubicBezTo>
                  <a:cubicBezTo>
                    <a:pt x="50814" y="190415"/>
                    <a:pt x="48263" y="187438"/>
                    <a:pt x="46562" y="183696"/>
                  </a:cubicBezTo>
                  <a:cubicBezTo>
                    <a:pt x="42650" y="183696"/>
                    <a:pt x="39355" y="182633"/>
                    <a:pt x="36676" y="180507"/>
                  </a:cubicBezTo>
                  <a:cubicBezTo>
                    <a:pt x="33997" y="178381"/>
                    <a:pt x="32657" y="175362"/>
                    <a:pt x="32657" y="171450"/>
                  </a:cubicBezTo>
                  <a:cubicBezTo>
                    <a:pt x="32657" y="169409"/>
                    <a:pt x="33210" y="167410"/>
                    <a:pt x="34316" y="165454"/>
                  </a:cubicBezTo>
                  <a:cubicBezTo>
                    <a:pt x="30489" y="162988"/>
                    <a:pt x="28575" y="159544"/>
                    <a:pt x="28575" y="155121"/>
                  </a:cubicBezTo>
                  <a:cubicBezTo>
                    <a:pt x="28575" y="151975"/>
                    <a:pt x="29638" y="149253"/>
                    <a:pt x="31764" y="146957"/>
                  </a:cubicBezTo>
                  <a:cubicBezTo>
                    <a:pt x="29638" y="144661"/>
                    <a:pt x="28575" y="141939"/>
                    <a:pt x="28575" y="138793"/>
                  </a:cubicBezTo>
                  <a:cubicBezTo>
                    <a:pt x="28575" y="134200"/>
                    <a:pt x="30574" y="130713"/>
                    <a:pt x="34571" y="128332"/>
                  </a:cubicBezTo>
                  <a:cubicBezTo>
                    <a:pt x="34231" y="124080"/>
                    <a:pt x="32785" y="119509"/>
                    <a:pt x="30234" y="114619"/>
                  </a:cubicBezTo>
                  <a:cubicBezTo>
                    <a:pt x="27682" y="109729"/>
                    <a:pt x="25152" y="105668"/>
                    <a:pt x="22643" y="102436"/>
                  </a:cubicBezTo>
                  <a:cubicBezTo>
                    <a:pt x="20135" y="99204"/>
                    <a:pt x="16967" y="95505"/>
                    <a:pt x="13140" y="91338"/>
                  </a:cubicBezTo>
                  <a:cubicBezTo>
                    <a:pt x="4380" y="81728"/>
                    <a:pt x="0" y="70332"/>
                    <a:pt x="0" y="57150"/>
                  </a:cubicBezTo>
                  <a:cubicBezTo>
                    <a:pt x="0" y="48730"/>
                    <a:pt x="1892" y="40885"/>
                    <a:pt x="5677" y="33614"/>
                  </a:cubicBezTo>
                  <a:cubicBezTo>
                    <a:pt x="9461" y="26342"/>
                    <a:pt x="14437" y="20304"/>
                    <a:pt x="20602" y="15499"/>
                  </a:cubicBezTo>
                  <a:cubicBezTo>
                    <a:pt x="26768" y="10694"/>
                    <a:pt x="33742" y="6910"/>
                    <a:pt x="41523" y="4146"/>
                  </a:cubicBezTo>
                  <a:cubicBezTo>
                    <a:pt x="49305" y="1382"/>
                    <a:pt x="57235" y="0"/>
                    <a:pt x="65315" y="0"/>
                  </a:cubicBezTo>
                  <a:close/>
                </a:path>
              </a:pathLst>
            </a:custGeom>
            <a:grpFill/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1161641" y="4477423"/>
              <a:ext cx="4886699" cy="1225106"/>
            </a:xfrm>
            <a:custGeom>
              <a:avLst/>
              <a:gdLst/>
              <a:ahLst/>
              <a:cxnLst/>
              <a:rect r="r" b="b" t="t" l="l"/>
              <a:pathLst>
                <a:path w="695" h="174" stroke="true" fill="norm" extrusionOk="true">
                  <a:moveTo>
                    <a:pt x="78" y="130"/>
                  </a:moveTo>
                  <a:cubicBezTo>
                    <a:pt x="88" y="132"/>
                    <a:pt x="101" y="134"/>
                    <a:pt x="109" y="136"/>
                  </a:cubicBezTo>
                  <a:cubicBezTo>
                    <a:pt x="147" y="143"/>
                    <a:pt x="179" y="151"/>
                    <a:pt x="220" y="157"/>
                  </a:cubicBezTo>
                  <a:cubicBezTo>
                    <a:pt x="219" y="157"/>
                    <a:pt x="222" y="157"/>
                    <a:pt x="225" y="157"/>
                  </a:cubicBezTo>
                  <a:cubicBezTo>
                    <a:pt x="224" y="157"/>
                    <a:pt x="224" y="157"/>
                    <a:pt x="224" y="157"/>
                  </a:cubicBezTo>
                  <a:cubicBezTo>
                    <a:pt x="229" y="157"/>
                    <a:pt x="229" y="157"/>
                    <a:pt x="229" y="157"/>
                  </a:cubicBezTo>
                  <a:cubicBezTo>
                    <a:pt x="232" y="157"/>
                    <a:pt x="229" y="158"/>
                    <a:pt x="226" y="158"/>
                  </a:cubicBezTo>
                  <a:cubicBezTo>
                    <a:pt x="242" y="160"/>
                    <a:pt x="257" y="162"/>
                    <a:pt x="272" y="165"/>
                  </a:cubicBezTo>
                  <a:cubicBezTo>
                    <a:pt x="275" y="164"/>
                    <a:pt x="280" y="166"/>
                    <a:pt x="283" y="165"/>
                  </a:cubicBezTo>
                  <a:cubicBezTo>
                    <a:pt x="283" y="166"/>
                    <a:pt x="283" y="166"/>
                    <a:pt x="282" y="166"/>
                  </a:cubicBezTo>
                  <a:cubicBezTo>
                    <a:pt x="294" y="167"/>
                    <a:pt x="295" y="167"/>
                    <a:pt x="303" y="169"/>
                  </a:cubicBezTo>
                  <a:cubicBezTo>
                    <a:pt x="314" y="171"/>
                    <a:pt x="325" y="172"/>
                    <a:pt x="338" y="173"/>
                  </a:cubicBezTo>
                  <a:cubicBezTo>
                    <a:pt x="346" y="174"/>
                    <a:pt x="351" y="174"/>
                    <a:pt x="366" y="173"/>
                  </a:cubicBezTo>
                  <a:cubicBezTo>
                    <a:pt x="367" y="173"/>
                    <a:pt x="372" y="173"/>
                    <a:pt x="375" y="172"/>
                  </a:cubicBezTo>
                  <a:cubicBezTo>
                    <a:pt x="379" y="171"/>
                    <a:pt x="379" y="171"/>
                    <a:pt x="379" y="171"/>
                  </a:cubicBezTo>
                  <a:cubicBezTo>
                    <a:pt x="396" y="166"/>
                    <a:pt x="387" y="169"/>
                    <a:pt x="391" y="167"/>
                  </a:cubicBezTo>
                  <a:cubicBezTo>
                    <a:pt x="398" y="163"/>
                    <a:pt x="396" y="163"/>
                    <a:pt x="397" y="161"/>
                  </a:cubicBezTo>
                  <a:cubicBezTo>
                    <a:pt x="397" y="160"/>
                    <a:pt x="396" y="158"/>
                    <a:pt x="395" y="157"/>
                  </a:cubicBezTo>
                  <a:cubicBezTo>
                    <a:pt x="389" y="149"/>
                    <a:pt x="378" y="143"/>
                    <a:pt x="368" y="136"/>
                  </a:cubicBezTo>
                  <a:cubicBezTo>
                    <a:pt x="347" y="123"/>
                    <a:pt x="322" y="111"/>
                    <a:pt x="300" y="97"/>
                  </a:cubicBezTo>
                  <a:cubicBezTo>
                    <a:pt x="292" y="96"/>
                    <a:pt x="289" y="93"/>
                    <a:pt x="282" y="92"/>
                  </a:cubicBezTo>
                  <a:cubicBezTo>
                    <a:pt x="283" y="91"/>
                    <a:pt x="283" y="91"/>
                    <a:pt x="283" y="91"/>
                  </a:cubicBezTo>
                  <a:cubicBezTo>
                    <a:pt x="278" y="90"/>
                    <a:pt x="279" y="89"/>
                    <a:pt x="277" y="86"/>
                  </a:cubicBezTo>
                  <a:cubicBezTo>
                    <a:pt x="276" y="86"/>
                    <a:pt x="275" y="85"/>
                    <a:pt x="273" y="86"/>
                  </a:cubicBezTo>
                  <a:cubicBezTo>
                    <a:pt x="270" y="85"/>
                    <a:pt x="274" y="83"/>
                    <a:pt x="271" y="82"/>
                  </a:cubicBezTo>
                  <a:cubicBezTo>
                    <a:pt x="272" y="82"/>
                    <a:pt x="270" y="83"/>
                    <a:pt x="270" y="82"/>
                  </a:cubicBezTo>
                  <a:cubicBezTo>
                    <a:pt x="262" y="79"/>
                    <a:pt x="272" y="82"/>
                    <a:pt x="269" y="77"/>
                  </a:cubicBezTo>
                  <a:cubicBezTo>
                    <a:pt x="267" y="76"/>
                    <a:pt x="264" y="74"/>
                    <a:pt x="262" y="72"/>
                  </a:cubicBezTo>
                  <a:cubicBezTo>
                    <a:pt x="265" y="72"/>
                    <a:pt x="269" y="72"/>
                    <a:pt x="272" y="73"/>
                  </a:cubicBezTo>
                  <a:cubicBezTo>
                    <a:pt x="270" y="73"/>
                    <a:pt x="271" y="72"/>
                    <a:pt x="273" y="72"/>
                  </a:cubicBezTo>
                  <a:cubicBezTo>
                    <a:pt x="273" y="74"/>
                    <a:pt x="281" y="72"/>
                    <a:pt x="284" y="73"/>
                  </a:cubicBezTo>
                  <a:cubicBezTo>
                    <a:pt x="283" y="73"/>
                    <a:pt x="281" y="73"/>
                    <a:pt x="280" y="73"/>
                  </a:cubicBezTo>
                  <a:cubicBezTo>
                    <a:pt x="288" y="75"/>
                    <a:pt x="297" y="75"/>
                    <a:pt x="304" y="76"/>
                  </a:cubicBezTo>
                  <a:cubicBezTo>
                    <a:pt x="314" y="76"/>
                    <a:pt x="320" y="79"/>
                    <a:pt x="327" y="78"/>
                  </a:cubicBezTo>
                  <a:cubicBezTo>
                    <a:pt x="325" y="79"/>
                    <a:pt x="330" y="79"/>
                    <a:pt x="331" y="80"/>
                  </a:cubicBezTo>
                  <a:cubicBezTo>
                    <a:pt x="341" y="79"/>
                    <a:pt x="345" y="82"/>
                    <a:pt x="355" y="82"/>
                  </a:cubicBezTo>
                  <a:cubicBezTo>
                    <a:pt x="354" y="82"/>
                    <a:pt x="354" y="82"/>
                    <a:pt x="354" y="82"/>
                  </a:cubicBezTo>
                  <a:cubicBezTo>
                    <a:pt x="376" y="85"/>
                    <a:pt x="398" y="88"/>
                    <a:pt x="422" y="90"/>
                  </a:cubicBezTo>
                  <a:cubicBezTo>
                    <a:pt x="436" y="92"/>
                    <a:pt x="446" y="95"/>
                    <a:pt x="463" y="96"/>
                  </a:cubicBezTo>
                  <a:cubicBezTo>
                    <a:pt x="466" y="96"/>
                    <a:pt x="464" y="96"/>
                    <a:pt x="467" y="96"/>
                  </a:cubicBezTo>
                  <a:cubicBezTo>
                    <a:pt x="470" y="96"/>
                    <a:pt x="466" y="96"/>
                    <a:pt x="467" y="96"/>
                  </a:cubicBezTo>
                  <a:cubicBezTo>
                    <a:pt x="475" y="97"/>
                    <a:pt x="483" y="98"/>
                    <a:pt x="493" y="99"/>
                  </a:cubicBezTo>
                  <a:cubicBezTo>
                    <a:pt x="494" y="99"/>
                    <a:pt x="497" y="99"/>
                    <a:pt x="497" y="99"/>
                  </a:cubicBezTo>
                  <a:cubicBezTo>
                    <a:pt x="501" y="100"/>
                    <a:pt x="508" y="100"/>
                    <a:pt x="516" y="100"/>
                  </a:cubicBezTo>
                  <a:cubicBezTo>
                    <a:pt x="520" y="100"/>
                    <a:pt x="524" y="100"/>
                    <a:pt x="530" y="100"/>
                  </a:cubicBezTo>
                  <a:cubicBezTo>
                    <a:pt x="534" y="101"/>
                    <a:pt x="558" y="94"/>
                    <a:pt x="557" y="93"/>
                  </a:cubicBezTo>
                  <a:cubicBezTo>
                    <a:pt x="549" y="96"/>
                    <a:pt x="562" y="89"/>
                    <a:pt x="560" y="87"/>
                  </a:cubicBezTo>
                  <a:cubicBezTo>
                    <a:pt x="561" y="86"/>
                    <a:pt x="562" y="86"/>
                    <a:pt x="563" y="86"/>
                  </a:cubicBezTo>
                  <a:cubicBezTo>
                    <a:pt x="564" y="83"/>
                    <a:pt x="563" y="81"/>
                    <a:pt x="563" y="77"/>
                  </a:cubicBezTo>
                  <a:cubicBezTo>
                    <a:pt x="562" y="76"/>
                    <a:pt x="559" y="76"/>
                    <a:pt x="559" y="74"/>
                  </a:cubicBezTo>
                  <a:cubicBezTo>
                    <a:pt x="561" y="72"/>
                    <a:pt x="557" y="70"/>
                    <a:pt x="557" y="68"/>
                  </a:cubicBezTo>
                  <a:cubicBezTo>
                    <a:pt x="554" y="69"/>
                    <a:pt x="551" y="68"/>
                    <a:pt x="550" y="66"/>
                  </a:cubicBezTo>
                  <a:cubicBezTo>
                    <a:pt x="554" y="65"/>
                    <a:pt x="554" y="65"/>
                    <a:pt x="554" y="65"/>
                  </a:cubicBezTo>
                  <a:cubicBezTo>
                    <a:pt x="548" y="61"/>
                    <a:pt x="545" y="52"/>
                    <a:pt x="534" y="47"/>
                  </a:cubicBezTo>
                  <a:cubicBezTo>
                    <a:pt x="536" y="46"/>
                    <a:pt x="536" y="46"/>
                    <a:pt x="536" y="46"/>
                  </a:cubicBezTo>
                  <a:cubicBezTo>
                    <a:pt x="528" y="41"/>
                    <a:pt x="524" y="34"/>
                    <a:pt x="521" y="29"/>
                  </a:cubicBezTo>
                  <a:cubicBezTo>
                    <a:pt x="521" y="29"/>
                    <a:pt x="520" y="30"/>
                    <a:pt x="527" y="30"/>
                  </a:cubicBezTo>
                  <a:cubicBezTo>
                    <a:pt x="534" y="29"/>
                    <a:pt x="537" y="29"/>
                    <a:pt x="543" y="29"/>
                  </a:cubicBezTo>
                  <a:cubicBezTo>
                    <a:pt x="546" y="29"/>
                    <a:pt x="546" y="30"/>
                    <a:pt x="547" y="30"/>
                  </a:cubicBezTo>
                  <a:cubicBezTo>
                    <a:pt x="555" y="31"/>
                    <a:pt x="560" y="33"/>
                    <a:pt x="569" y="32"/>
                  </a:cubicBezTo>
                  <a:cubicBezTo>
                    <a:pt x="568" y="33"/>
                    <a:pt x="568" y="33"/>
                    <a:pt x="568" y="33"/>
                  </a:cubicBezTo>
                  <a:cubicBezTo>
                    <a:pt x="575" y="33"/>
                    <a:pt x="586" y="34"/>
                    <a:pt x="592" y="35"/>
                  </a:cubicBezTo>
                  <a:cubicBezTo>
                    <a:pt x="595" y="35"/>
                    <a:pt x="603" y="36"/>
                    <a:pt x="601" y="35"/>
                  </a:cubicBezTo>
                  <a:cubicBezTo>
                    <a:pt x="604" y="35"/>
                    <a:pt x="600" y="36"/>
                    <a:pt x="605" y="36"/>
                  </a:cubicBezTo>
                  <a:cubicBezTo>
                    <a:pt x="600" y="36"/>
                    <a:pt x="600" y="36"/>
                    <a:pt x="600" y="36"/>
                  </a:cubicBezTo>
                  <a:cubicBezTo>
                    <a:pt x="618" y="38"/>
                    <a:pt x="625" y="42"/>
                    <a:pt x="656" y="39"/>
                  </a:cubicBezTo>
                  <a:cubicBezTo>
                    <a:pt x="672" y="35"/>
                    <a:pt x="667" y="30"/>
                    <a:pt x="667" y="26"/>
                  </a:cubicBezTo>
                  <a:cubicBezTo>
                    <a:pt x="665" y="25"/>
                    <a:pt x="664" y="21"/>
                    <a:pt x="659" y="21"/>
                  </a:cubicBezTo>
                  <a:cubicBezTo>
                    <a:pt x="661" y="20"/>
                    <a:pt x="661" y="20"/>
                    <a:pt x="661" y="20"/>
                  </a:cubicBezTo>
                  <a:cubicBezTo>
                    <a:pt x="659" y="18"/>
                    <a:pt x="657" y="14"/>
                    <a:pt x="655" y="11"/>
                  </a:cubicBezTo>
                  <a:cubicBezTo>
                    <a:pt x="655" y="9"/>
                    <a:pt x="653" y="10"/>
                    <a:pt x="651" y="8"/>
                  </a:cubicBezTo>
                  <a:cubicBezTo>
                    <a:pt x="653" y="8"/>
                    <a:pt x="653" y="8"/>
                    <a:pt x="653" y="8"/>
                  </a:cubicBezTo>
                  <a:cubicBezTo>
                    <a:pt x="651" y="6"/>
                    <a:pt x="649" y="6"/>
                    <a:pt x="647" y="6"/>
                  </a:cubicBezTo>
                  <a:cubicBezTo>
                    <a:pt x="648" y="5"/>
                    <a:pt x="648" y="5"/>
                    <a:pt x="648" y="5"/>
                  </a:cubicBezTo>
                  <a:cubicBezTo>
                    <a:pt x="649" y="5"/>
                    <a:pt x="650" y="4"/>
                    <a:pt x="651" y="4"/>
                  </a:cubicBezTo>
                  <a:cubicBezTo>
                    <a:pt x="652" y="5"/>
                    <a:pt x="653" y="5"/>
                    <a:pt x="654" y="5"/>
                  </a:cubicBezTo>
                  <a:cubicBezTo>
                    <a:pt x="653" y="5"/>
                    <a:pt x="654" y="5"/>
                    <a:pt x="654" y="4"/>
                  </a:cubicBezTo>
                  <a:cubicBezTo>
                    <a:pt x="655" y="4"/>
                    <a:pt x="655" y="4"/>
                    <a:pt x="656" y="4"/>
                  </a:cubicBezTo>
                  <a:cubicBezTo>
                    <a:pt x="662" y="4"/>
                    <a:pt x="666" y="4"/>
                    <a:pt x="668" y="3"/>
                  </a:cubicBezTo>
                  <a:cubicBezTo>
                    <a:pt x="666" y="4"/>
                    <a:pt x="671" y="4"/>
                    <a:pt x="667" y="4"/>
                  </a:cubicBezTo>
                  <a:cubicBezTo>
                    <a:pt x="671" y="4"/>
                    <a:pt x="674" y="4"/>
                    <a:pt x="677" y="4"/>
                  </a:cubicBezTo>
                  <a:cubicBezTo>
                    <a:pt x="676" y="4"/>
                    <a:pt x="675" y="4"/>
                    <a:pt x="674" y="4"/>
                  </a:cubicBezTo>
                  <a:cubicBezTo>
                    <a:pt x="678" y="3"/>
                    <a:pt x="682" y="3"/>
                    <a:pt x="682" y="3"/>
                  </a:cubicBezTo>
                  <a:cubicBezTo>
                    <a:pt x="680" y="3"/>
                    <a:pt x="679" y="3"/>
                    <a:pt x="677" y="3"/>
                  </a:cubicBezTo>
                  <a:cubicBezTo>
                    <a:pt x="679" y="2"/>
                    <a:pt x="687" y="2"/>
                    <a:pt x="687" y="3"/>
                  </a:cubicBezTo>
                  <a:cubicBezTo>
                    <a:pt x="687" y="4"/>
                    <a:pt x="681" y="4"/>
                    <a:pt x="683" y="4"/>
                  </a:cubicBezTo>
                  <a:cubicBezTo>
                    <a:pt x="695" y="4"/>
                    <a:pt x="695" y="4"/>
                    <a:pt x="695" y="4"/>
                  </a:cubicBezTo>
                  <a:cubicBezTo>
                    <a:pt x="692" y="4"/>
                    <a:pt x="691" y="3"/>
                    <a:pt x="693" y="3"/>
                  </a:cubicBezTo>
                  <a:cubicBezTo>
                    <a:pt x="688" y="3"/>
                    <a:pt x="688" y="3"/>
                    <a:pt x="688" y="3"/>
                  </a:cubicBezTo>
                  <a:cubicBezTo>
                    <a:pt x="689" y="2"/>
                    <a:pt x="689" y="2"/>
                    <a:pt x="689" y="2"/>
                  </a:cubicBezTo>
                  <a:cubicBezTo>
                    <a:pt x="682" y="2"/>
                    <a:pt x="677" y="1"/>
                    <a:pt x="668" y="1"/>
                  </a:cubicBezTo>
                  <a:cubicBezTo>
                    <a:pt x="670" y="2"/>
                    <a:pt x="670" y="2"/>
                    <a:pt x="670" y="2"/>
                  </a:cubicBezTo>
                  <a:cubicBezTo>
                    <a:pt x="665" y="2"/>
                    <a:pt x="659" y="3"/>
                    <a:pt x="655" y="3"/>
                  </a:cubicBezTo>
                  <a:cubicBezTo>
                    <a:pt x="658" y="2"/>
                    <a:pt x="656" y="2"/>
                    <a:pt x="657" y="2"/>
                  </a:cubicBezTo>
                  <a:cubicBezTo>
                    <a:pt x="655" y="2"/>
                    <a:pt x="654" y="2"/>
                    <a:pt x="652" y="2"/>
                  </a:cubicBezTo>
                  <a:cubicBezTo>
                    <a:pt x="656" y="1"/>
                    <a:pt x="656" y="1"/>
                    <a:pt x="656" y="1"/>
                  </a:cubicBezTo>
                  <a:cubicBezTo>
                    <a:pt x="655" y="1"/>
                    <a:pt x="654" y="2"/>
                    <a:pt x="652" y="2"/>
                  </a:cubicBezTo>
                  <a:cubicBezTo>
                    <a:pt x="649" y="3"/>
                    <a:pt x="655" y="0"/>
                    <a:pt x="645" y="4"/>
                  </a:cubicBezTo>
                  <a:cubicBezTo>
                    <a:pt x="644" y="4"/>
                    <a:pt x="644" y="4"/>
                    <a:pt x="644" y="4"/>
                  </a:cubicBezTo>
                  <a:cubicBezTo>
                    <a:pt x="644" y="6"/>
                    <a:pt x="643" y="7"/>
                    <a:pt x="643" y="7"/>
                  </a:cubicBezTo>
                  <a:cubicBezTo>
                    <a:pt x="643" y="7"/>
                    <a:pt x="643" y="7"/>
                    <a:pt x="643" y="7"/>
                  </a:cubicBezTo>
                  <a:cubicBezTo>
                    <a:pt x="641" y="10"/>
                    <a:pt x="645" y="6"/>
                    <a:pt x="645" y="8"/>
                  </a:cubicBezTo>
                  <a:cubicBezTo>
                    <a:pt x="644" y="9"/>
                    <a:pt x="641" y="9"/>
                    <a:pt x="640" y="11"/>
                  </a:cubicBezTo>
                  <a:cubicBezTo>
                    <a:pt x="640" y="13"/>
                    <a:pt x="645" y="16"/>
                    <a:pt x="644" y="19"/>
                  </a:cubicBezTo>
                  <a:cubicBezTo>
                    <a:pt x="647" y="21"/>
                    <a:pt x="650" y="23"/>
                    <a:pt x="653" y="24"/>
                  </a:cubicBezTo>
                  <a:cubicBezTo>
                    <a:pt x="654" y="25"/>
                    <a:pt x="649" y="25"/>
                    <a:pt x="652" y="26"/>
                  </a:cubicBezTo>
                  <a:cubicBezTo>
                    <a:pt x="650" y="26"/>
                    <a:pt x="649" y="26"/>
                    <a:pt x="648" y="27"/>
                  </a:cubicBezTo>
                  <a:cubicBezTo>
                    <a:pt x="650" y="27"/>
                    <a:pt x="650" y="30"/>
                    <a:pt x="652" y="28"/>
                  </a:cubicBezTo>
                  <a:cubicBezTo>
                    <a:pt x="653" y="30"/>
                    <a:pt x="654" y="32"/>
                    <a:pt x="653" y="33"/>
                  </a:cubicBezTo>
                  <a:cubicBezTo>
                    <a:pt x="652" y="33"/>
                    <a:pt x="650" y="33"/>
                    <a:pt x="649" y="33"/>
                  </a:cubicBezTo>
                  <a:cubicBezTo>
                    <a:pt x="648" y="34"/>
                    <a:pt x="650" y="34"/>
                    <a:pt x="646" y="34"/>
                  </a:cubicBezTo>
                  <a:cubicBezTo>
                    <a:pt x="638" y="35"/>
                    <a:pt x="640" y="33"/>
                    <a:pt x="639" y="32"/>
                  </a:cubicBezTo>
                  <a:cubicBezTo>
                    <a:pt x="643" y="32"/>
                    <a:pt x="643" y="32"/>
                    <a:pt x="643" y="32"/>
                  </a:cubicBezTo>
                  <a:cubicBezTo>
                    <a:pt x="640" y="32"/>
                    <a:pt x="637" y="32"/>
                    <a:pt x="633" y="32"/>
                  </a:cubicBezTo>
                  <a:cubicBezTo>
                    <a:pt x="635" y="30"/>
                    <a:pt x="640" y="32"/>
                    <a:pt x="643" y="32"/>
                  </a:cubicBezTo>
                  <a:cubicBezTo>
                    <a:pt x="642" y="30"/>
                    <a:pt x="642" y="30"/>
                    <a:pt x="642" y="30"/>
                  </a:cubicBezTo>
                  <a:cubicBezTo>
                    <a:pt x="636" y="29"/>
                    <a:pt x="638" y="31"/>
                    <a:pt x="632" y="30"/>
                  </a:cubicBezTo>
                  <a:cubicBezTo>
                    <a:pt x="634" y="30"/>
                    <a:pt x="634" y="30"/>
                    <a:pt x="634" y="30"/>
                  </a:cubicBezTo>
                  <a:cubicBezTo>
                    <a:pt x="629" y="29"/>
                    <a:pt x="629" y="29"/>
                    <a:pt x="629" y="29"/>
                  </a:cubicBezTo>
                  <a:cubicBezTo>
                    <a:pt x="628" y="30"/>
                    <a:pt x="627" y="31"/>
                    <a:pt x="631" y="31"/>
                  </a:cubicBezTo>
                  <a:cubicBezTo>
                    <a:pt x="626" y="32"/>
                    <a:pt x="627" y="31"/>
                    <a:pt x="621" y="30"/>
                  </a:cubicBezTo>
                  <a:cubicBezTo>
                    <a:pt x="618" y="31"/>
                    <a:pt x="624" y="31"/>
                    <a:pt x="622" y="31"/>
                  </a:cubicBezTo>
                  <a:cubicBezTo>
                    <a:pt x="621" y="32"/>
                    <a:pt x="617" y="32"/>
                    <a:pt x="614" y="31"/>
                  </a:cubicBezTo>
                  <a:cubicBezTo>
                    <a:pt x="609" y="31"/>
                    <a:pt x="614" y="30"/>
                    <a:pt x="613" y="30"/>
                  </a:cubicBezTo>
                  <a:cubicBezTo>
                    <a:pt x="614" y="30"/>
                    <a:pt x="618" y="30"/>
                    <a:pt x="616" y="30"/>
                  </a:cubicBezTo>
                  <a:cubicBezTo>
                    <a:pt x="624" y="30"/>
                    <a:pt x="618" y="29"/>
                    <a:pt x="623" y="29"/>
                  </a:cubicBezTo>
                  <a:cubicBezTo>
                    <a:pt x="619" y="27"/>
                    <a:pt x="617" y="28"/>
                    <a:pt x="615" y="28"/>
                  </a:cubicBezTo>
                  <a:cubicBezTo>
                    <a:pt x="616" y="29"/>
                    <a:pt x="612" y="29"/>
                    <a:pt x="613" y="29"/>
                  </a:cubicBezTo>
                  <a:cubicBezTo>
                    <a:pt x="600" y="30"/>
                    <a:pt x="611" y="27"/>
                    <a:pt x="603" y="27"/>
                  </a:cubicBezTo>
                  <a:cubicBezTo>
                    <a:pt x="602" y="28"/>
                    <a:pt x="589" y="27"/>
                    <a:pt x="591" y="29"/>
                  </a:cubicBezTo>
                  <a:cubicBezTo>
                    <a:pt x="589" y="29"/>
                    <a:pt x="586" y="29"/>
                    <a:pt x="585" y="29"/>
                  </a:cubicBezTo>
                  <a:cubicBezTo>
                    <a:pt x="589" y="28"/>
                    <a:pt x="583" y="28"/>
                    <a:pt x="588" y="27"/>
                  </a:cubicBezTo>
                  <a:cubicBezTo>
                    <a:pt x="586" y="27"/>
                    <a:pt x="586" y="27"/>
                    <a:pt x="586" y="27"/>
                  </a:cubicBezTo>
                  <a:cubicBezTo>
                    <a:pt x="592" y="27"/>
                    <a:pt x="592" y="27"/>
                    <a:pt x="592" y="27"/>
                  </a:cubicBezTo>
                  <a:cubicBezTo>
                    <a:pt x="590" y="26"/>
                    <a:pt x="587" y="24"/>
                    <a:pt x="586" y="24"/>
                  </a:cubicBezTo>
                  <a:cubicBezTo>
                    <a:pt x="581" y="24"/>
                    <a:pt x="586" y="25"/>
                    <a:pt x="580" y="24"/>
                  </a:cubicBezTo>
                  <a:cubicBezTo>
                    <a:pt x="583" y="24"/>
                    <a:pt x="581" y="23"/>
                    <a:pt x="579" y="23"/>
                  </a:cubicBezTo>
                  <a:cubicBezTo>
                    <a:pt x="582" y="24"/>
                    <a:pt x="576" y="24"/>
                    <a:pt x="573" y="24"/>
                  </a:cubicBezTo>
                  <a:cubicBezTo>
                    <a:pt x="569" y="24"/>
                    <a:pt x="567" y="23"/>
                    <a:pt x="568" y="23"/>
                  </a:cubicBezTo>
                  <a:cubicBezTo>
                    <a:pt x="574" y="22"/>
                    <a:pt x="574" y="22"/>
                    <a:pt x="574" y="22"/>
                  </a:cubicBezTo>
                  <a:cubicBezTo>
                    <a:pt x="570" y="23"/>
                    <a:pt x="573" y="22"/>
                    <a:pt x="570" y="22"/>
                  </a:cubicBezTo>
                  <a:cubicBezTo>
                    <a:pt x="568" y="22"/>
                    <a:pt x="564" y="23"/>
                    <a:pt x="562" y="23"/>
                  </a:cubicBezTo>
                  <a:cubicBezTo>
                    <a:pt x="558" y="23"/>
                    <a:pt x="558" y="22"/>
                    <a:pt x="556" y="22"/>
                  </a:cubicBezTo>
                  <a:cubicBezTo>
                    <a:pt x="562" y="22"/>
                    <a:pt x="562" y="22"/>
                    <a:pt x="562" y="22"/>
                  </a:cubicBezTo>
                  <a:cubicBezTo>
                    <a:pt x="556" y="22"/>
                    <a:pt x="564" y="21"/>
                    <a:pt x="556" y="21"/>
                  </a:cubicBezTo>
                  <a:cubicBezTo>
                    <a:pt x="553" y="21"/>
                    <a:pt x="553" y="21"/>
                    <a:pt x="553" y="21"/>
                  </a:cubicBezTo>
                  <a:cubicBezTo>
                    <a:pt x="552" y="21"/>
                    <a:pt x="552" y="21"/>
                    <a:pt x="554" y="20"/>
                  </a:cubicBezTo>
                  <a:cubicBezTo>
                    <a:pt x="552" y="21"/>
                    <a:pt x="548" y="21"/>
                    <a:pt x="546" y="21"/>
                  </a:cubicBezTo>
                  <a:cubicBezTo>
                    <a:pt x="546" y="20"/>
                    <a:pt x="546" y="20"/>
                    <a:pt x="546" y="20"/>
                  </a:cubicBezTo>
                  <a:cubicBezTo>
                    <a:pt x="543" y="20"/>
                    <a:pt x="536" y="21"/>
                    <a:pt x="532" y="21"/>
                  </a:cubicBezTo>
                  <a:cubicBezTo>
                    <a:pt x="534" y="22"/>
                    <a:pt x="538" y="20"/>
                    <a:pt x="543" y="21"/>
                  </a:cubicBezTo>
                  <a:cubicBezTo>
                    <a:pt x="545" y="22"/>
                    <a:pt x="536" y="22"/>
                    <a:pt x="534" y="22"/>
                  </a:cubicBezTo>
                  <a:cubicBezTo>
                    <a:pt x="537" y="21"/>
                    <a:pt x="523" y="22"/>
                    <a:pt x="513" y="25"/>
                  </a:cubicBezTo>
                  <a:cubicBezTo>
                    <a:pt x="507" y="26"/>
                    <a:pt x="500" y="29"/>
                    <a:pt x="500" y="29"/>
                  </a:cubicBezTo>
                  <a:cubicBezTo>
                    <a:pt x="501" y="30"/>
                    <a:pt x="501" y="30"/>
                    <a:pt x="501" y="30"/>
                  </a:cubicBezTo>
                  <a:cubicBezTo>
                    <a:pt x="493" y="32"/>
                    <a:pt x="499" y="34"/>
                    <a:pt x="498" y="36"/>
                  </a:cubicBezTo>
                  <a:cubicBezTo>
                    <a:pt x="496" y="35"/>
                    <a:pt x="494" y="35"/>
                    <a:pt x="494" y="37"/>
                  </a:cubicBezTo>
                  <a:cubicBezTo>
                    <a:pt x="497" y="35"/>
                    <a:pt x="499" y="38"/>
                    <a:pt x="501" y="37"/>
                  </a:cubicBezTo>
                  <a:cubicBezTo>
                    <a:pt x="501" y="39"/>
                    <a:pt x="496" y="37"/>
                    <a:pt x="494" y="38"/>
                  </a:cubicBezTo>
                  <a:cubicBezTo>
                    <a:pt x="497" y="39"/>
                    <a:pt x="494" y="41"/>
                    <a:pt x="498" y="41"/>
                  </a:cubicBezTo>
                  <a:cubicBezTo>
                    <a:pt x="498" y="40"/>
                    <a:pt x="500" y="41"/>
                    <a:pt x="502" y="41"/>
                  </a:cubicBezTo>
                  <a:cubicBezTo>
                    <a:pt x="503" y="43"/>
                    <a:pt x="500" y="41"/>
                    <a:pt x="500" y="43"/>
                  </a:cubicBezTo>
                  <a:cubicBezTo>
                    <a:pt x="501" y="43"/>
                    <a:pt x="504" y="44"/>
                    <a:pt x="504" y="42"/>
                  </a:cubicBezTo>
                  <a:cubicBezTo>
                    <a:pt x="504" y="43"/>
                    <a:pt x="509" y="44"/>
                    <a:pt x="507" y="45"/>
                  </a:cubicBezTo>
                  <a:cubicBezTo>
                    <a:pt x="506" y="46"/>
                    <a:pt x="505" y="44"/>
                    <a:pt x="504" y="45"/>
                  </a:cubicBezTo>
                  <a:cubicBezTo>
                    <a:pt x="505" y="47"/>
                    <a:pt x="510" y="45"/>
                    <a:pt x="513" y="47"/>
                  </a:cubicBezTo>
                  <a:cubicBezTo>
                    <a:pt x="513" y="45"/>
                    <a:pt x="518" y="45"/>
                    <a:pt x="520" y="46"/>
                  </a:cubicBezTo>
                  <a:cubicBezTo>
                    <a:pt x="521" y="49"/>
                    <a:pt x="518" y="45"/>
                    <a:pt x="516" y="47"/>
                  </a:cubicBezTo>
                  <a:cubicBezTo>
                    <a:pt x="517" y="48"/>
                    <a:pt x="517" y="48"/>
                    <a:pt x="517" y="48"/>
                  </a:cubicBezTo>
                  <a:cubicBezTo>
                    <a:pt x="515" y="50"/>
                    <a:pt x="508" y="46"/>
                    <a:pt x="506" y="48"/>
                  </a:cubicBezTo>
                  <a:cubicBezTo>
                    <a:pt x="509" y="49"/>
                    <a:pt x="509" y="49"/>
                    <a:pt x="509" y="49"/>
                  </a:cubicBezTo>
                  <a:cubicBezTo>
                    <a:pt x="507" y="49"/>
                    <a:pt x="505" y="49"/>
                    <a:pt x="504" y="50"/>
                  </a:cubicBezTo>
                  <a:cubicBezTo>
                    <a:pt x="507" y="50"/>
                    <a:pt x="507" y="52"/>
                    <a:pt x="508" y="52"/>
                  </a:cubicBezTo>
                  <a:cubicBezTo>
                    <a:pt x="511" y="52"/>
                    <a:pt x="507" y="52"/>
                    <a:pt x="509" y="51"/>
                  </a:cubicBezTo>
                  <a:cubicBezTo>
                    <a:pt x="510" y="52"/>
                    <a:pt x="514" y="52"/>
                    <a:pt x="515" y="54"/>
                  </a:cubicBezTo>
                  <a:cubicBezTo>
                    <a:pt x="512" y="53"/>
                    <a:pt x="512" y="55"/>
                    <a:pt x="510" y="55"/>
                  </a:cubicBezTo>
                  <a:cubicBezTo>
                    <a:pt x="510" y="56"/>
                    <a:pt x="513" y="55"/>
                    <a:pt x="513" y="56"/>
                  </a:cubicBezTo>
                  <a:cubicBezTo>
                    <a:pt x="512" y="56"/>
                    <a:pt x="512" y="56"/>
                    <a:pt x="512" y="56"/>
                  </a:cubicBezTo>
                  <a:cubicBezTo>
                    <a:pt x="516" y="61"/>
                    <a:pt x="521" y="66"/>
                    <a:pt x="530" y="69"/>
                  </a:cubicBezTo>
                  <a:cubicBezTo>
                    <a:pt x="528" y="70"/>
                    <a:pt x="529" y="72"/>
                    <a:pt x="529" y="74"/>
                  </a:cubicBezTo>
                  <a:cubicBezTo>
                    <a:pt x="529" y="73"/>
                    <a:pt x="531" y="74"/>
                    <a:pt x="532" y="74"/>
                  </a:cubicBezTo>
                  <a:cubicBezTo>
                    <a:pt x="530" y="76"/>
                    <a:pt x="530" y="76"/>
                    <a:pt x="530" y="76"/>
                  </a:cubicBezTo>
                  <a:cubicBezTo>
                    <a:pt x="530" y="78"/>
                    <a:pt x="533" y="79"/>
                    <a:pt x="535" y="80"/>
                  </a:cubicBezTo>
                  <a:cubicBezTo>
                    <a:pt x="535" y="80"/>
                    <a:pt x="534" y="80"/>
                    <a:pt x="534" y="80"/>
                  </a:cubicBezTo>
                  <a:cubicBezTo>
                    <a:pt x="533" y="82"/>
                    <a:pt x="536" y="81"/>
                    <a:pt x="537" y="82"/>
                  </a:cubicBezTo>
                  <a:cubicBezTo>
                    <a:pt x="535" y="83"/>
                    <a:pt x="535" y="83"/>
                    <a:pt x="535" y="83"/>
                  </a:cubicBezTo>
                  <a:cubicBezTo>
                    <a:pt x="537" y="83"/>
                    <a:pt x="537" y="83"/>
                    <a:pt x="537" y="83"/>
                  </a:cubicBezTo>
                  <a:cubicBezTo>
                    <a:pt x="538" y="84"/>
                    <a:pt x="538" y="86"/>
                    <a:pt x="535" y="86"/>
                  </a:cubicBezTo>
                  <a:cubicBezTo>
                    <a:pt x="536" y="86"/>
                    <a:pt x="536" y="87"/>
                    <a:pt x="537" y="86"/>
                  </a:cubicBezTo>
                  <a:cubicBezTo>
                    <a:pt x="536" y="87"/>
                    <a:pt x="535" y="90"/>
                    <a:pt x="535" y="91"/>
                  </a:cubicBezTo>
                  <a:cubicBezTo>
                    <a:pt x="530" y="91"/>
                    <a:pt x="523" y="91"/>
                    <a:pt x="518" y="91"/>
                  </a:cubicBezTo>
                  <a:cubicBezTo>
                    <a:pt x="516" y="91"/>
                    <a:pt x="516" y="91"/>
                    <a:pt x="515" y="91"/>
                  </a:cubicBezTo>
                  <a:cubicBezTo>
                    <a:pt x="510" y="89"/>
                    <a:pt x="499" y="90"/>
                    <a:pt x="493" y="88"/>
                  </a:cubicBezTo>
                  <a:cubicBezTo>
                    <a:pt x="494" y="89"/>
                    <a:pt x="489" y="90"/>
                    <a:pt x="485" y="90"/>
                  </a:cubicBezTo>
                  <a:cubicBezTo>
                    <a:pt x="479" y="90"/>
                    <a:pt x="486" y="88"/>
                    <a:pt x="483" y="87"/>
                  </a:cubicBezTo>
                  <a:cubicBezTo>
                    <a:pt x="480" y="87"/>
                    <a:pt x="476" y="87"/>
                    <a:pt x="475" y="87"/>
                  </a:cubicBezTo>
                  <a:cubicBezTo>
                    <a:pt x="475" y="87"/>
                    <a:pt x="475" y="87"/>
                    <a:pt x="475" y="87"/>
                  </a:cubicBezTo>
                  <a:cubicBezTo>
                    <a:pt x="472" y="87"/>
                    <a:pt x="468" y="87"/>
                    <a:pt x="466" y="86"/>
                  </a:cubicBezTo>
                  <a:cubicBezTo>
                    <a:pt x="466" y="86"/>
                    <a:pt x="466" y="86"/>
                    <a:pt x="466" y="86"/>
                  </a:cubicBezTo>
                  <a:cubicBezTo>
                    <a:pt x="464" y="86"/>
                    <a:pt x="463" y="85"/>
                    <a:pt x="460" y="85"/>
                  </a:cubicBezTo>
                  <a:cubicBezTo>
                    <a:pt x="457" y="85"/>
                    <a:pt x="453" y="84"/>
                    <a:pt x="450" y="85"/>
                  </a:cubicBezTo>
                  <a:cubicBezTo>
                    <a:pt x="450" y="84"/>
                    <a:pt x="450" y="84"/>
                    <a:pt x="450" y="84"/>
                  </a:cubicBezTo>
                  <a:cubicBezTo>
                    <a:pt x="448" y="85"/>
                    <a:pt x="448" y="85"/>
                    <a:pt x="448" y="85"/>
                  </a:cubicBezTo>
                  <a:cubicBezTo>
                    <a:pt x="444" y="84"/>
                    <a:pt x="444" y="84"/>
                    <a:pt x="444" y="84"/>
                  </a:cubicBezTo>
                  <a:cubicBezTo>
                    <a:pt x="446" y="84"/>
                    <a:pt x="447" y="83"/>
                    <a:pt x="448" y="83"/>
                  </a:cubicBezTo>
                  <a:cubicBezTo>
                    <a:pt x="444" y="82"/>
                    <a:pt x="445" y="84"/>
                    <a:pt x="442" y="84"/>
                  </a:cubicBezTo>
                  <a:cubicBezTo>
                    <a:pt x="437" y="84"/>
                    <a:pt x="439" y="83"/>
                    <a:pt x="438" y="83"/>
                  </a:cubicBezTo>
                  <a:cubicBezTo>
                    <a:pt x="440" y="83"/>
                    <a:pt x="440" y="83"/>
                    <a:pt x="441" y="83"/>
                  </a:cubicBezTo>
                  <a:cubicBezTo>
                    <a:pt x="445" y="83"/>
                    <a:pt x="440" y="83"/>
                    <a:pt x="440" y="82"/>
                  </a:cubicBezTo>
                  <a:cubicBezTo>
                    <a:pt x="440" y="82"/>
                    <a:pt x="438" y="83"/>
                    <a:pt x="435" y="82"/>
                  </a:cubicBezTo>
                  <a:cubicBezTo>
                    <a:pt x="433" y="82"/>
                    <a:pt x="428" y="82"/>
                    <a:pt x="430" y="81"/>
                  </a:cubicBezTo>
                  <a:cubicBezTo>
                    <a:pt x="427" y="81"/>
                    <a:pt x="425" y="81"/>
                    <a:pt x="423" y="81"/>
                  </a:cubicBezTo>
                  <a:cubicBezTo>
                    <a:pt x="424" y="81"/>
                    <a:pt x="427" y="82"/>
                    <a:pt x="427" y="82"/>
                  </a:cubicBezTo>
                  <a:cubicBezTo>
                    <a:pt x="425" y="82"/>
                    <a:pt x="421" y="82"/>
                    <a:pt x="421" y="82"/>
                  </a:cubicBezTo>
                  <a:cubicBezTo>
                    <a:pt x="423" y="82"/>
                    <a:pt x="423" y="82"/>
                    <a:pt x="423" y="82"/>
                  </a:cubicBezTo>
                  <a:cubicBezTo>
                    <a:pt x="421" y="82"/>
                    <a:pt x="417" y="81"/>
                    <a:pt x="418" y="82"/>
                  </a:cubicBezTo>
                  <a:cubicBezTo>
                    <a:pt x="417" y="80"/>
                    <a:pt x="417" y="80"/>
                    <a:pt x="417" y="80"/>
                  </a:cubicBezTo>
                  <a:cubicBezTo>
                    <a:pt x="414" y="81"/>
                    <a:pt x="411" y="80"/>
                    <a:pt x="408" y="80"/>
                  </a:cubicBezTo>
                  <a:cubicBezTo>
                    <a:pt x="409" y="79"/>
                    <a:pt x="413" y="79"/>
                    <a:pt x="408" y="78"/>
                  </a:cubicBezTo>
                  <a:cubicBezTo>
                    <a:pt x="402" y="78"/>
                    <a:pt x="402" y="78"/>
                    <a:pt x="402" y="78"/>
                  </a:cubicBezTo>
                  <a:cubicBezTo>
                    <a:pt x="400" y="78"/>
                    <a:pt x="399" y="78"/>
                    <a:pt x="401" y="77"/>
                  </a:cubicBezTo>
                  <a:cubicBezTo>
                    <a:pt x="393" y="76"/>
                    <a:pt x="388" y="78"/>
                    <a:pt x="383" y="77"/>
                  </a:cubicBezTo>
                  <a:cubicBezTo>
                    <a:pt x="387" y="76"/>
                    <a:pt x="385" y="76"/>
                    <a:pt x="383" y="75"/>
                  </a:cubicBezTo>
                  <a:cubicBezTo>
                    <a:pt x="383" y="75"/>
                    <a:pt x="382" y="76"/>
                    <a:pt x="380" y="76"/>
                  </a:cubicBezTo>
                  <a:cubicBezTo>
                    <a:pt x="380" y="76"/>
                    <a:pt x="383" y="75"/>
                    <a:pt x="384" y="76"/>
                  </a:cubicBezTo>
                  <a:cubicBezTo>
                    <a:pt x="384" y="77"/>
                    <a:pt x="381" y="76"/>
                    <a:pt x="379" y="76"/>
                  </a:cubicBezTo>
                  <a:cubicBezTo>
                    <a:pt x="378" y="73"/>
                    <a:pt x="361" y="73"/>
                    <a:pt x="354" y="71"/>
                  </a:cubicBezTo>
                  <a:cubicBezTo>
                    <a:pt x="352" y="72"/>
                    <a:pt x="349" y="71"/>
                    <a:pt x="346" y="71"/>
                  </a:cubicBezTo>
                  <a:cubicBezTo>
                    <a:pt x="349" y="70"/>
                    <a:pt x="340" y="71"/>
                    <a:pt x="339" y="70"/>
                  </a:cubicBezTo>
                  <a:cubicBezTo>
                    <a:pt x="338" y="71"/>
                    <a:pt x="338" y="71"/>
                    <a:pt x="338" y="71"/>
                  </a:cubicBezTo>
                  <a:cubicBezTo>
                    <a:pt x="333" y="70"/>
                    <a:pt x="325" y="71"/>
                    <a:pt x="324" y="70"/>
                  </a:cubicBezTo>
                  <a:cubicBezTo>
                    <a:pt x="321" y="69"/>
                    <a:pt x="327" y="69"/>
                    <a:pt x="329" y="69"/>
                  </a:cubicBezTo>
                  <a:cubicBezTo>
                    <a:pt x="327" y="67"/>
                    <a:pt x="314" y="69"/>
                    <a:pt x="313" y="67"/>
                  </a:cubicBezTo>
                  <a:cubicBezTo>
                    <a:pt x="312" y="67"/>
                    <a:pt x="312" y="68"/>
                    <a:pt x="307" y="68"/>
                  </a:cubicBezTo>
                  <a:cubicBezTo>
                    <a:pt x="305" y="68"/>
                    <a:pt x="299" y="66"/>
                    <a:pt x="300" y="66"/>
                  </a:cubicBezTo>
                  <a:cubicBezTo>
                    <a:pt x="297" y="66"/>
                    <a:pt x="295" y="67"/>
                    <a:pt x="293" y="66"/>
                  </a:cubicBezTo>
                  <a:cubicBezTo>
                    <a:pt x="294" y="66"/>
                    <a:pt x="295" y="66"/>
                    <a:pt x="297" y="66"/>
                  </a:cubicBezTo>
                  <a:cubicBezTo>
                    <a:pt x="292" y="65"/>
                    <a:pt x="287" y="65"/>
                    <a:pt x="282" y="65"/>
                  </a:cubicBezTo>
                  <a:cubicBezTo>
                    <a:pt x="281" y="64"/>
                    <a:pt x="271" y="64"/>
                    <a:pt x="263" y="64"/>
                  </a:cubicBezTo>
                  <a:cubicBezTo>
                    <a:pt x="259" y="65"/>
                    <a:pt x="244" y="65"/>
                    <a:pt x="240" y="69"/>
                  </a:cubicBezTo>
                  <a:cubicBezTo>
                    <a:pt x="240" y="68"/>
                    <a:pt x="238" y="69"/>
                    <a:pt x="237" y="70"/>
                  </a:cubicBezTo>
                  <a:cubicBezTo>
                    <a:pt x="235" y="72"/>
                    <a:pt x="239" y="72"/>
                    <a:pt x="239" y="73"/>
                  </a:cubicBezTo>
                  <a:cubicBezTo>
                    <a:pt x="236" y="73"/>
                    <a:pt x="236" y="73"/>
                    <a:pt x="236" y="73"/>
                  </a:cubicBezTo>
                  <a:cubicBezTo>
                    <a:pt x="233" y="74"/>
                    <a:pt x="237" y="76"/>
                    <a:pt x="236" y="77"/>
                  </a:cubicBezTo>
                  <a:cubicBezTo>
                    <a:pt x="238" y="76"/>
                    <a:pt x="237" y="78"/>
                    <a:pt x="239" y="77"/>
                  </a:cubicBezTo>
                  <a:cubicBezTo>
                    <a:pt x="241" y="78"/>
                    <a:pt x="241" y="78"/>
                    <a:pt x="241" y="78"/>
                  </a:cubicBezTo>
                  <a:cubicBezTo>
                    <a:pt x="243" y="80"/>
                    <a:pt x="242" y="78"/>
                    <a:pt x="245" y="80"/>
                  </a:cubicBezTo>
                  <a:cubicBezTo>
                    <a:pt x="246" y="81"/>
                    <a:pt x="242" y="81"/>
                    <a:pt x="242" y="81"/>
                  </a:cubicBezTo>
                  <a:cubicBezTo>
                    <a:pt x="241" y="82"/>
                    <a:pt x="243" y="82"/>
                    <a:pt x="245" y="83"/>
                  </a:cubicBezTo>
                  <a:cubicBezTo>
                    <a:pt x="245" y="83"/>
                    <a:pt x="245" y="83"/>
                    <a:pt x="246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6" y="84"/>
                    <a:pt x="246" y="84"/>
                    <a:pt x="247" y="84"/>
                  </a:cubicBezTo>
                  <a:cubicBezTo>
                    <a:pt x="247" y="84"/>
                    <a:pt x="247" y="84"/>
                    <a:pt x="247" y="84"/>
                  </a:cubicBezTo>
                  <a:cubicBezTo>
                    <a:pt x="246" y="84"/>
                    <a:pt x="246" y="84"/>
                    <a:pt x="245" y="83"/>
                  </a:cubicBezTo>
                  <a:cubicBezTo>
                    <a:pt x="245" y="84"/>
                    <a:pt x="246" y="84"/>
                    <a:pt x="246" y="84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50" y="87"/>
                    <a:pt x="251" y="87"/>
                  </a:cubicBezTo>
                  <a:cubicBezTo>
                    <a:pt x="252" y="90"/>
                    <a:pt x="260" y="94"/>
                    <a:pt x="263" y="95"/>
                  </a:cubicBezTo>
                  <a:cubicBezTo>
                    <a:pt x="262" y="95"/>
                    <a:pt x="262" y="95"/>
                    <a:pt x="263" y="95"/>
                  </a:cubicBezTo>
                  <a:cubicBezTo>
                    <a:pt x="265" y="96"/>
                    <a:pt x="268" y="96"/>
                    <a:pt x="267" y="96"/>
                  </a:cubicBezTo>
                  <a:cubicBezTo>
                    <a:pt x="269" y="97"/>
                    <a:pt x="266" y="97"/>
                    <a:pt x="268" y="99"/>
                  </a:cubicBezTo>
                  <a:cubicBezTo>
                    <a:pt x="268" y="99"/>
                    <a:pt x="270" y="98"/>
                    <a:pt x="269" y="98"/>
                  </a:cubicBezTo>
                  <a:cubicBezTo>
                    <a:pt x="270" y="101"/>
                    <a:pt x="279" y="102"/>
                    <a:pt x="281" y="105"/>
                  </a:cubicBezTo>
                  <a:cubicBezTo>
                    <a:pt x="280" y="105"/>
                    <a:pt x="279" y="105"/>
                    <a:pt x="278" y="105"/>
                  </a:cubicBezTo>
                  <a:cubicBezTo>
                    <a:pt x="282" y="106"/>
                    <a:pt x="285" y="108"/>
                    <a:pt x="291" y="109"/>
                  </a:cubicBezTo>
                  <a:cubicBezTo>
                    <a:pt x="289" y="109"/>
                    <a:pt x="289" y="109"/>
                    <a:pt x="287" y="109"/>
                  </a:cubicBezTo>
                  <a:cubicBezTo>
                    <a:pt x="289" y="110"/>
                    <a:pt x="292" y="112"/>
                    <a:pt x="295" y="112"/>
                  </a:cubicBezTo>
                  <a:cubicBezTo>
                    <a:pt x="295" y="111"/>
                    <a:pt x="294" y="112"/>
                    <a:pt x="293" y="111"/>
                  </a:cubicBezTo>
                  <a:cubicBezTo>
                    <a:pt x="293" y="110"/>
                    <a:pt x="298" y="111"/>
                    <a:pt x="299" y="112"/>
                  </a:cubicBezTo>
                  <a:cubicBezTo>
                    <a:pt x="299" y="112"/>
                    <a:pt x="299" y="112"/>
                    <a:pt x="299" y="112"/>
                  </a:cubicBezTo>
                  <a:cubicBezTo>
                    <a:pt x="301" y="113"/>
                    <a:pt x="302" y="113"/>
                    <a:pt x="304" y="114"/>
                  </a:cubicBezTo>
                  <a:cubicBezTo>
                    <a:pt x="304" y="115"/>
                    <a:pt x="302" y="114"/>
                    <a:pt x="302" y="115"/>
                  </a:cubicBezTo>
                  <a:cubicBezTo>
                    <a:pt x="299" y="116"/>
                    <a:pt x="304" y="118"/>
                    <a:pt x="304" y="118"/>
                  </a:cubicBezTo>
                  <a:cubicBezTo>
                    <a:pt x="306" y="118"/>
                    <a:pt x="307" y="119"/>
                    <a:pt x="308" y="118"/>
                  </a:cubicBezTo>
                  <a:cubicBezTo>
                    <a:pt x="310" y="119"/>
                    <a:pt x="307" y="119"/>
                    <a:pt x="308" y="120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17" y="121"/>
                    <a:pt x="317" y="123"/>
                    <a:pt x="314" y="122"/>
                  </a:cubicBezTo>
                  <a:cubicBezTo>
                    <a:pt x="318" y="124"/>
                    <a:pt x="324" y="124"/>
                    <a:pt x="328" y="125"/>
                  </a:cubicBezTo>
                  <a:cubicBezTo>
                    <a:pt x="329" y="126"/>
                    <a:pt x="333" y="127"/>
                    <a:pt x="334" y="128"/>
                  </a:cubicBezTo>
                  <a:cubicBezTo>
                    <a:pt x="333" y="129"/>
                    <a:pt x="334" y="127"/>
                    <a:pt x="332" y="128"/>
                  </a:cubicBezTo>
                  <a:cubicBezTo>
                    <a:pt x="332" y="129"/>
                    <a:pt x="332" y="129"/>
                    <a:pt x="332" y="129"/>
                  </a:cubicBezTo>
                  <a:cubicBezTo>
                    <a:pt x="329" y="128"/>
                    <a:pt x="329" y="130"/>
                    <a:pt x="326" y="130"/>
                  </a:cubicBezTo>
                  <a:cubicBezTo>
                    <a:pt x="329" y="131"/>
                    <a:pt x="332" y="133"/>
                    <a:pt x="335" y="135"/>
                  </a:cubicBezTo>
                  <a:cubicBezTo>
                    <a:pt x="336" y="133"/>
                    <a:pt x="340" y="137"/>
                    <a:pt x="343" y="136"/>
                  </a:cubicBezTo>
                  <a:cubicBezTo>
                    <a:pt x="347" y="138"/>
                    <a:pt x="342" y="138"/>
                    <a:pt x="342" y="139"/>
                  </a:cubicBezTo>
                  <a:cubicBezTo>
                    <a:pt x="347" y="140"/>
                    <a:pt x="349" y="143"/>
                    <a:pt x="352" y="144"/>
                  </a:cubicBezTo>
                  <a:cubicBezTo>
                    <a:pt x="352" y="144"/>
                    <a:pt x="352" y="144"/>
                    <a:pt x="351" y="144"/>
                  </a:cubicBezTo>
                  <a:cubicBezTo>
                    <a:pt x="355" y="146"/>
                    <a:pt x="358" y="149"/>
                    <a:pt x="363" y="150"/>
                  </a:cubicBezTo>
                  <a:cubicBezTo>
                    <a:pt x="363" y="150"/>
                    <a:pt x="362" y="150"/>
                    <a:pt x="361" y="150"/>
                  </a:cubicBezTo>
                  <a:cubicBezTo>
                    <a:pt x="362" y="152"/>
                    <a:pt x="366" y="149"/>
                    <a:pt x="367" y="152"/>
                  </a:cubicBezTo>
                  <a:cubicBezTo>
                    <a:pt x="364" y="152"/>
                    <a:pt x="364" y="152"/>
                    <a:pt x="364" y="152"/>
                  </a:cubicBezTo>
                  <a:cubicBezTo>
                    <a:pt x="368" y="153"/>
                    <a:pt x="366" y="155"/>
                    <a:pt x="371" y="156"/>
                  </a:cubicBezTo>
                  <a:cubicBezTo>
                    <a:pt x="370" y="156"/>
                    <a:pt x="369" y="156"/>
                    <a:pt x="368" y="156"/>
                  </a:cubicBezTo>
                  <a:cubicBezTo>
                    <a:pt x="371" y="157"/>
                    <a:pt x="372" y="159"/>
                    <a:pt x="376" y="160"/>
                  </a:cubicBezTo>
                  <a:cubicBezTo>
                    <a:pt x="375" y="160"/>
                    <a:pt x="374" y="160"/>
                    <a:pt x="372" y="160"/>
                  </a:cubicBezTo>
                  <a:cubicBezTo>
                    <a:pt x="372" y="161"/>
                    <a:pt x="377" y="161"/>
                    <a:pt x="376" y="162"/>
                  </a:cubicBezTo>
                  <a:cubicBezTo>
                    <a:pt x="376" y="163"/>
                    <a:pt x="375" y="164"/>
                    <a:pt x="375" y="164"/>
                  </a:cubicBezTo>
                  <a:cubicBezTo>
                    <a:pt x="378" y="164"/>
                    <a:pt x="376" y="167"/>
                    <a:pt x="370" y="167"/>
                  </a:cubicBezTo>
                  <a:cubicBezTo>
                    <a:pt x="370" y="167"/>
                    <a:pt x="368" y="167"/>
                    <a:pt x="365" y="167"/>
                  </a:cubicBezTo>
                  <a:cubicBezTo>
                    <a:pt x="339" y="166"/>
                    <a:pt x="317" y="163"/>
                    <a:pt x="293" y="161"/>
                  </a:cubicBezTo>
                  <a:cubicBezTo>
                    <a:pt x="292" y="159"/>
                    <a:pt x="300" y="161"/>
                    <a:pt x="299" y="160"/>
                  </a:cubicBezTo>
                  <a:cubicBezTo>
                    <a:pt x="297" y="161"/>
                    <a:pt x="295" y="159"/>
                    <a:pt x="288" y="159"/>
                  </a:cubicBezTo>
                  <a:cubicBezTo>
                    <a:pt x="288" y="159"/>
                    <a:pt x="288" y="159"/>
                    <a:pt x="288" y="159"/>
                  </a:cubicBezTo>
                  <a:cubicBezTo>
                    <a:pt x="285" y="158"/>
                    <a:pt x="285" y="157"/>
                    <a:pt x="281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76" y="158"/>
                    <a:pt x="276" y="155"/>
                    <a:pt x="272" y="156"/>
                  </a:cubicBezTo>
                  <a:cubicBezTo>
                    <a:pt x="271" y="155"/>
                    <a:pt x="271" y="155"/>
                    <a:pt x="271" y="155"/>
                  </a:cubicBezTo>
                  <a:cubicBezTo>
                    <a:pt x="265" y="156"/>
                    <a:pt x="267" y="154"/>
                    <a:pt x="261" y="154"/>
                  </a:cubicBezTo>
                  <a:cubicBezTo>
                    <a:pt x="262" y="154"/>
                    <a:pt x="262" y="154"/>
                    <a:pt x="262" y="154"/>
                  </a:cubicBezTo>
                  <a:cubicBezTo>
                    <a:pt x="258" y="153"/>
                    <a:pt x="249" y="154"/>
                    <a:pt x="249" y="152"/>
                  </a:cubicBezTo>
                  <a:cubicBezTo>
                    <a:pt x="244" y="152"/>
                    <a:pt x="239" y="151"/>
                    <a:pt x="236" y="152"/>
                  </a:cubicBezTo>
                  <a:cubicBezTo>
                    <a:pt x="236" y="151"/>
                    <a:pt x="238" y="151"/>
                    <a:pt x="239" y="151"/>
                  </a:cubicBezTo>
                  <a:cubicBezTo>
                    <a:pt x="222" y="149"/>
                    <a:pt x="205" y="145"/>
                    <a:pt x="188" y="144"/>
                  </a:cubicBezTo>
                  <a:cubicBezTo>
                    <a:pt x="188" y="143"/>
                    <a:pt x="189" y="144"/>
                    <a:pt x="190" y="143"/>
                  </a:cubicBezTo>
                  <a:cubicBezTo>
                    <a:pt x="179" y="143"/>
                    <a:pt x="175" y="139"/>
                    <a:pt x="164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60" y="139"/>
                    <a:pt x="159" y="138"/>
                  </a:cubicBezTo>
                  <a:cubicBezTo>
                    <a:pt x="156" y="139"/>
                    <a:pt x="151" y="137"/>
                    <a:pt x="148" y="138"/>
                  </a:cubicBezTo>
                  <a:cubicBezTo>
                    <a:pt x="148" y="137"/>
                    <a:pt x="150" y="137"/>
                    <a:pt x="150" y="137"/>
                  </a:cubicBezTo>
                  <a:cubicBezTo>
                    <a:pt x="147" y="136"/>
                    <a:pt x="139" y="136"/>
                    <a:pt x="136" y="135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22" y="130"/>
                    <a:pt x="100" y="124"/>
                    <a:pt x="79" y="123"/>
                  </a:cubicBezTo>
                  <a:cubicBezTo>
                    <a:pt x="74" y="122"/>
                    <a:pt x="80" y="122"/>
                    <a:pt x="78" y="121"/>
                  </a:cubicBezTo>
                  <a:cubicBezTo>
                    <a:pt x="58" y="120"/>
                    <a:pt x="44" y="114"/>
                    <a:pt x="23" y="113"/>
                  </a:cubicBezTo>
                  <a:cubicBezTo>
                    <a:pt x="10" y="111"/>
                    <a:pt x="0" y="113"/>
                    <a:pt x="0" y="113"/>
                  </a:cubicBezTo>
                  <a:cubicBezTo>
                    <a:pt x="31" y="117"/>
                    <a:pt x="53" y="123"/>
                    <a:pt x="78" y="130"/>
                  </a:cubicBezTo>
                  <a:close/>
                  <a:moveTo>
                    <a:pt x="656" y="33"/>
                  </a:moveTo>
                  <a:cubicBezTo>
                    <a:pt x="656" y="33"/>
                    <a:pt x="656" y="33"/>
                    <a:pt x="656" y="33"/>
                  </a:cubicBezTo>
                  <a:moveTo>
                    <a:pt x="655" y="33"/>
                  </a:moveTo>
                  <a:cubicBezTo>
                    <a:pt x="655" y="33"/>
                    <a:pt x="655" y="33"/>
                    <a:pt x="655" y="33"/>
                  </a:cubicBezTo>
                  <a:cubicBezTo>
                    <a:pt x="656" y="33"/>
                    <a:pt x="656" y="33"/>
                    <a:pt x="655" y="33"/>
                  </a:cubicBezTo>
                  <a:close/>
                  <a:moveTo>
                    <a:pt x="650" y="3"/>
                  </a:moveTo>
                  <a:cubicBezTo>
                    <a:pt x="650" y="3"/>
                    <a:pt x="650" y="4"/>
                    <a:pt x="650" y="4"/>
                  </a:cubicBezTo>
                  <a:cubicBezTo>
                    <a:pt x="650" y="4"/>
                    <a:pt x="649" y="4"/>
                    <a:pt x="648" y="5"/>
                  </a:cubicBezTo>
                  <a:cubicBezTo>
                    <a:pt x="648" y="4"/>
                    <a:pt x="648" y="3"/>
                    <a:pt x="650" y="3"/>
                  </a:cubicBezTo>
                  <a:close/>
                  <a:moveTo>
                    <a:pt x="649" y="34"/>
                  </a:moveTo>
                  <a:cubicBezTo>
                    <a:pt x="650" y="34"/>
                    <a:pt x="651" y="34"/>
                    <a:pt x="653" y="34"/>
                  </a:cubicBezTo>
                  <a:cubicBezTo>
                    <a:pt x="653" y="33"/>
                    <a:pt x="653" y="33"/>
                    <a:pt x="653" y="33"/>
                  </a:cubicBezTo>
                  <a:cubicBezTo>
                    <a:pt x="653" y="34"/>
                    <a:pt x="653" y="34"/>
                    <a:pt x="653" y="34"/>
                  </a:cubicBezTo>
                  <a:cubicBezTo>
                    <a:pt x="654" y="34"/>
                    <a:pt x="655" y="33"/>
                    <a:pt x="655" y="33"/>
                  </a:cubicBezTo>
                  <a:cubicBezTo>
                    <a:pt x="654" y="34"/>
                    <a:pt x="654" y="34"/>
                    <a:pt x="653" y="34"/>
                  </a:cubicBezTo>
                  <a:cubicBezTo>
                    <a:pt x="653" y="34"/>
                    <a:pt x="653" y="35"/>
                    <a:pt x="652" y="35"/>
                  </a:cubicBezTo>
                  <a:cubicBezTo>
                    <a:pt x="652" y="35"/>
                    <a:pt x="652" y="35"/>
                    <a:pt x="652" y="35"/>
                  </a:cubicBezTo>
                  <a:cubicBezTo>
                    <a:pt x="652" y="35"/>
                    <a:pt x="651" y="35"/>
                    <a:pt x="650" y="35"/>
                  </a:cubicBezTo>
                  <a:cubicBezTo>
                    <a:pt x="649" y="35"/>
                    <a:pt x="649" y="35"/>
                    <a:pt x="649" y="35"/>
                  </a:cubicBezTo>
                  <a:cubicBezTo>
                    <a:pt x="647" y="36"/>
                    <a:pt x="650" y="36"/>
                    <a:pt x="648" y="37"/>
                  </a:cubicBezTo>
                  <a:cubicBezTo>
                    <a:pt x="646" y="37"/>
                    <a:pt x="644" y="37"/>
                    <a:pt x="643" y="37"/>
                  </a:cubicBezTo>
                  <a:cubicBezTo>
                    <a:pt x="643" y="36"/>
                    <a:pt x="646" y="35"/>
                    <a:pt x="640" y="34"/>
                  </a:cubicBezTo>
                  <a:cubicBezTo>
                    <a:pt x="644" y="33"/>
                    <a:pt x="649" y="35"/>
                    <a:pt x="649" y="34"/>
                  </a:cubicBezTo>
                  <a:close/>
                  <a:moveTo>
                    <a:pt x="539" y="91"/>
                  </a:moveTo>
                  <a:cubicBezTo>
                    <a:pt x="541" y="91"/>
                    <a:pt x="537" y="92"/>
                    <a:pt x="538" y="92"/>
                  </a:cubicBezTo>
                  <a:cubicBezTo>
                    <a:pt x="537" y="92"/>
                    <a:pt x="535" y="93"/>
                    <a:pt x="535" y="92"/>
                  </a:cubicBezTo>
                  <a:cubicBezTo>
                    <a:pt x="538" y="92"/>
                    <a:pt x="539" y="91"/>
                    <a:pt x="539" y="91"/>
                  </a:cubicBezTo>
                  <a:close/>
                </a:path>
              </a:pathLst>
            </a:custGeom>
            <a:grpFill/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6" id="6"/>
          <p:cNvSpPr/>
          <p:nvPr/>
        </p:nvSpPr>
        <p:spPr>
          <a:xfrm>
            <a:off x="1293382" y="2211349"/>
            <a:ext cx="3447888" cy="1879745"/>
          </a:xfrm>
          <a:prstGeom prst="rect">
            <a:avLst/>
          </a:prstGeom>
          <a:ln w="12700"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Use descriptive names like `user_age = 25`. Avoid keywords; snake_case preferred for readability.</a:t>
            </a:r>
          </a:p>
        </p:txBody>
      </p:sp>
      <p:sp>
        <p:nvSpPr>
          <p:cNvPr name="AutoShape 7" id="7"/>
          <p:cNvSpPr/>
          <p:nvPr/>
        </p:nvSpPr>
        <p:spPr>
          <a:xfrm>
            <a:off x="1293382" y="1612675"/>
            <a:ext cx="3464695" cy="584775"/>
          </a:xfrm>
          <a:prstGeom prst="rect">
            <a:avLst/>
          </a:prstGeom>
          <a:ln w="12700"/>
        </p:spPr>
        <p:txBody>
          <a:bodyPr vert="horz" anchor="ctr" wrap="square" tIns="45720" lIns="91440" bIns="45720" rIns="91440">
            <a:norm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Naming Conventions</a:t>
            </a:r>
          </a:p>
        </p:txBody>
      </p:sp>
      <p:sp>
        <p:nvSpPr>
          <p:cNvPr name="AutoShape 8" id="8"/>
          <p:cNvSpPr/>
          <p:nvPr/>
        </p:nvSpPr>
        <p:spPr>
          <a:xfrm>
            <a:off x="7579019" y="3271169"/>
            <a:ext cx="3447888" cy="1879745"/>
          </a:xfrm>
          <a:prstGeom prst="rect">
            <a:avLst/>
          </a:prstGeom>
          <a:ln w="12700"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Convert with `int("5")`, `str(10)`. Handles common errors like invalid inputs gracefully.</a:t>
            </a:r>
          </a:p>
        </p:txBody>
      </p:sp>
      <p:sp>
        <p:nvSpPr>
          <p:cNvPr name="AutoShape 9" id="9"/>
          <p:cNvSpPr/>
          <p:nvPr/>
        </p:nvSpPr>
        <p:spPr>
          <a:xfrm>
            <a:off x="7579019" y="2672495"/>
            <a:ext cx="3464695" cy="584775"/>
          </a:xfrm>
          <a:prstGeom prst="rect">
            <a:avLst/>
          </a:prstGeom>
          <a:ln w="12700"/>
        </p:spPr>
        <p:txBody>
          <a:bodyPr vert="horz" anchor="ctr" wrap="square" tIns="45720" lIns="91440" bIns="45720" rIns="91440">
            <a:norm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Type Conversion Examples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20449" dur="indefinite" repeatCount="1000" spd="100%" accel="0%" decel="0%" restart="never" nodeType="tmRoot">
          <p:childTnLst>
            <p:seq concurrent="true" nextAc="seek">
              <p:cTn id="20450" dur="indefinite" repeatCount="1000" spd="100%" accel="0%" decel="0%" nodeType="mainSeq">
                <p:childTnLst>
                  <p:par>
                    <p:cTn id="20451" repeatCount="1000" spd="100%" accel="0%" decel="0%" fill="hold">
                      <p:stCondLst>
                        <p:cond delay="indefinite"/>
                        <p:cond evt="onBegin" delay="0">
                          <p:tn val="20450"/>
                        </p:cond>
                      </p:stCondLst>
                      <p:childTnLst>
                        <p:par>
                          <p:cTn id="2045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453" presetID="2" presetClass="entr" presetSubtype="3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454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55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5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5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458" presetID="23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459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60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61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6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463" presetID="3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464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65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66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67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6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6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470" presetID="2" presetClass="entr" presetSubtype="3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471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72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7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7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0475" presetID="5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477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78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0476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7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Control Structures: Conditionals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med">
    <p:pull dir="l"/>
  </p:transition>
  <p:timing>
    <p:tnLst>
      <p:par>
        <p:cTn id="22740" dur="indefinite" repeatCount="1000" spd="100%" accel="0%" decel="0%" restart="never" nodeType="tmRoot">
          <p:childTnLst>
            <p:seq concurrent="true" nextAc="seek">
              <p:cTn id="22741" dur="indefinite" repeatCount="1000" spd="100%" accel="0%" decel="0%" nodeType="mainSeq">
                <p:childTnLst>
                  <p:par>
                    <p:cTn id="22742" repeatCount="1000" spd="100%" accel="0%" decel="0%" fill="hold">
                      <p:stCondLst>
                        <p:cond delay="indefinite"/>
                        <p:cond evt="onBegin" delay="0">
                          <p:tn val="22741"/>
                        </p:cond>
                      </p:stCondLst>
                      <p:childTnLst>
                        <p:par>
                          <p:cTn id="227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2744" presetID="2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 transition="in">
                                      <p:cBhvr>
                                        <p:cTn id="22745" dur="5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46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4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2748" presetID="3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750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72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51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52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2749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5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If, Elif, and Else Basics</a:t>
            </a:r>
          </a:p>
        </p:txBody>
      </p:sp>
      <p:sp>
        <p:nvSpPr>
          <p:cNvPr name="Freeform 3" id="3"/>
          <p:cNvSpPr/>
          <p:nvPr/>
        </p:nvSpPr>
        <p:spPr>
          <a:xfrm rot="19200000">
            <a:off x="3024553" y="2507741"/>
            <a:ext cx="1955691" cy="1941555"/>
          </a:xfrm>
          <a:custGeom>
            <a:avLst/>
            <a:gdLst/>
            <a:ahLst/>
            <a:cxnLst/>
            <a:rect r="r" b="b" t="t" l="l"/>
            <a:pathLst>
              <a:path w="2932774" h="2911576" stroke="true" fill="norm" extrusionOk="true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3707381" y="3197164"/>
            <a:ext cx="590036" cy="562710"/>
          </a:xfrm>
          <a:custGeom>
            <a:avLst/>
            <a:gdLst/>
            <a:ahLst/>
            <a:cxnLst/>
            <a:rect r="r" b="b" t="t" l="l"/>
            <a:pathLst>
              <a:path w="607639" h="579502" stroke="true" fill="norm" extrusionOk="true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 rot="19200000">
            <a:off x="1234057" y="3050629"/>
            <a:ext cx="1354287" cy="1344498"/>
          </a:xfrm>
          <a:custGeom>
            <a:avLst/>
            <a:gdLst/>
            <a:ahLst/>
            <a:cxnLst/>
            <a:rect r="r" b="b" t="t" l="l"/>
            <a:pathLst>
              <a:path w="2932774" h="2911576" stroke="true" fill="norm" extrusionOk="true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1723204" y="3535144"/>
            <a:ext cx="375992" cy="375468"/>
          </a:xfrm>
          <a:custGeom>
            <a:avLst/>
            <a:gdLst/>
            <a:ahLst/>
            <a:cxnLst/>
            <a:rect r="r" b="b" t="t" l="l"/>
            <a:pathLst>
              <a:path w="606933" h="606087" stroke="true" fill="norm" extrusionOk="true">
                <a:moveTo>
                  <a:pt x="126452" y="239923"/>
                </a:moveTo>
                <a:lnTo>
                  <a:pt x="191364" y="239923"/>
                </a:lnTo>
                <a:cubicBezTo>
                  <a:pt x="230851" y="298209"/>
                  <a:pt x="286131" y="334566"/>
                  <a:pt x="289791" y="336874"/>
                </a:cubicBezTo>
                <a:lnTo>
                  <a:pt x="303467" y="345627"/>
                </a:lnTo>
                <a:lnTo>
                  <a:pt x="317142" y="336874"/>
                </a:lnTo>
                <a:cubicBezTo>
                  <a:pt x="320802" y="334566"/>
                  <a:pt x="376083" y="298209"/>
                  <a:pt x="415569" y="239923"/>
                </a:cubicBezTo>
                <a:lnTo>
                  <a:pt x="480481" y="239923"/>
                </a:lnTo>
                <a:lnTo>
                  <a:pt x="480481" y="404009"/>
                </a:lnTo>
                <a:lnTo>
                  <a:pt x="316083" y="404009"/>
                </a:lnTo>
                <a:lnTo>
                  <a:pt x="316083" y="441905"/>
                </a:lnTo>
                <a:lnTo>
                  <a:pt x="568988" y="441905"/>
                </a:lnTo>
                <a:lnTo>
                  <a:pt x="568988" y="505096"/>
                </a:lnTo>
                <a:lnTo>
                  <a:pt x="606933" y="505096"/>
                </a:lnTo>
                <a:lnTo>
                  <a:pt x="606933" y="606087"/>
                </a:lnTo>
                <a:lnTo>
                  <a:pt x="505714" y="606087"/>
                </a:lnTo>
                <a:lnTo>
                  <a:pt x="505714" y="505096"/>
                </a:lnTo>
                <a:lnTo>
                  <a:pt x="543659" y="505096"/>
                </a:lnTo>
                <a:lnTo>
                  <a:pt x="543659" y="467105"/>
                </a:lnTo>
                <a:lnTo>
                  <a:pt x="316083" y="467105"/>
                </a:lnTo>
                <a:lnTo>
                  <a:pt x="316083" y="505096"/>
                </a:lnTo>
                <a:lnTo>
                  <a:pt x="354028" y="505096"/>
                </a:lnTo>
                <a:lnTo>
                  <a:pt x="354028" y="606087"/>
                </a:lnTo>
                <a:lnTo>
                  <a:pt x="252905" y="606087"/>
                </a:lnTo>
                <a:lnTo>
                  <a:pt x="252905" y="505096"/>
                </a:lnTo>
                <a:lnTo>
                  <a:pt x="290850" y="505096"/>
                </a:lnTo>
                <a:lnTo>
                  <a:pt x="290850" y="467105"/>
                </a:lnTo>
                <a:lnTo>
                  <a:pt x="63274" y="467105"/>
                </a:lnTo>
                <a:lnTo>
                  <a:pt x="63274" y="505096"/>
                </a:lnTo>
                <a:lnTo>
                  <a:pt x="101123" y="505096"/>
                </a:lnTo>
                <a:lnTo>
                  <a:pt x="101123" y="606087"/>
                </a:lnTo>
                <a:lnTo>
                  <a:pt x="0" y="606087"/>
                </a:lnTo>
                <a:lnTo>
                  <a:pt x="0" y="505096"/>
                </a:lnTo>
                <a:lnTo>
                  <a:pt x="37945" y="505096"/>
                </a:lnTo>
                <a:lnTo>
                  <a:pt x="37945" y="441905"/>
                </a:lnTo>
                <a:lnTo>
                  <a:pt x="290850" y="441905"/>
                </a:lnTo>
                <a:lnTo>
                  <a:pt x="290850" y="404009"/>
                </a:lnTo>
                <a:lnTo>
                  <a:pt x="126452" y="404009"/>
                </a:lnTo>
                <a:close/>
                <a:moveTo>
                  <a:pt x="303502" y="71264"/>
                </a:moveTo>
                <a:cubicBezTo>
                  <a:pt x="274417" y="71264"/>
                  <a:pt x="250822" y="94057"/>
                  <a:pt x="250822" y="122140"/>
                </a:cubicBezTo>
                <a:cubicBezTo>
                  <a:pt x="250822" y="150318"/>
                  <a:pt x="274417" y="173111"/>
                  <a:pt x="303502" y="173111"/>
                </a:cubicBezTo>
                <a:cubicBezTo>
                  <a:pt x="332587" y="173111"/>
                  <a:pt x="356183" y="150318"/>
                  <a:pt x="356183" y="122140"/>
                </a:cubicBezTo>
                <a:cubicBezTo>
                  <a:pt x="356183" y="94057"/>
                  <a:pt x="332587" y="71264"/>
                  <a:pt x="303502" y="71264"/>
                </a:cubicBezTo>
                <a:close/>
                <a:moveTo>
                  <a:pt x="303502" y="0"/>
                </a:moveTo>
                <a:cubicBezTo>
                  <a:pt x="373326" y="0"/>
                  <a:pt x="429955" y="54723"/>
                  <a:pt x="429955" y="122140"/>
                </a:cubicBezTo>
                <a:cubicBezTo>
                  <a:pt x="429955" y="234181"/>
                  <a:pt x="303502" y="315639"/>
                  <a:pt x="303502" y="315639"/>
                </a:cubicBezTo>
                <a:cubicBezTo>
                  <a:pt x="303502" y="315639"/>
                  <a:pt x="177049" y="234181"/>
                  <a:pt x="177049" y="122140"/>
                </a:cubicBezTo>
                <a:cubicBezTo>
                  <a:pt x="177049" y="54723"/>
                  <a:pt x="233679" y="0"/>
                  <a:pt x="303502" y="0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 rot="19200000">
            <a:off x="1969320" y="3989290"/>
            <a:ext cx="1752062" cy="1722869"/>
          </a:xfrm>
          <a:custGeom>
            <a:avLst/>
            <a:gdLst/>
            <a:ahLst/>
            <a:cxnLst/>
            <a:rect r="r" b="b" t="t" l="l"/>
            <a:pathLst>
              <a:path w="2932774" h="2911576" stroke="true" fill="norm" extrusionOk="true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" id="8"/>
          <p:cNvSpPr/>
          <p:nvPr/>
        </p:nvSpPr>
        <p:spPr>
          <a:xfrm>
            <a:off x="2573473" y="4604834"/>
            <a:ext cx="543758" cy="491782"/>
          </a:xfrm>
          <a:custGeom>
            <a:avLst/>
            <a:gdLst/>
            <a:ahLst/>
            <a:cxnLst/>
            <a:rect r="r" b="b" t="t" l="l"/>
            <a:pathLst>
              <a:path w="607568" h="549494" stroke="true" fill="norm" extrusionOk="true">
                <a:moveTo>
                  <a:pt x="503202" y="459310"/>
                </a:moveTo>
                <a:cubicBezTo>
                  <a:pt x="528144" y="459310"/>
                  <a:pt x="548364" y="479498"/>
                  <a:pt x="548364" y="504402"/>
                </a:cubicBezTo>
                <a:cubicBezTo>
                  <a:pt x="548364" y="529306"/>
                  <a:pt x="528144" y="549494"/>
                  <a:pt x="503202" y="549494"/>
                </a:cubicBezTo>
                <a:cubicBezTo>
                  <a:pt x="478260" y="549494"/>
                  <a:pt x="458040" y="529306"/>
                  <a:pt x="458040" y="504402"/>
                </a:cubicBezTo>
                <a:cubicBezTo>
                  <a:pt x="458040" y="479498"/>
                  <a:pt x="478260" y="459310"/>
                  <a:pt x="503202" y="459310"/>
                </a:cubicBezTo>
                <a:close/>
                <a:moveTo>
                  <a:pt x="197795" y="459310"/>
                </a:moveTo>
                <a:cubicBezTo>
                  <a:pt x="222737" y="459310"/>
                  <a:pt x="242957" y="479498"/>
                  <a:pt x="242957" y="504402"/>
                </a:cubicBezTo>
                <a:cubicBezTo>
                  <a:pt x="242957" y="529306"/>
                  <a:pt x="222737" y="549494"/>
                  <a:pt x="197795" y="549494"/>
                </a:cubicBezTo>
                <a:cubicBezTo>
                  <a:pt x="172853" y="549494"/>
                  <a:pt x="152633" y="529306"/>
                  <a:pt x="152633" y="504402"/>
                </a:cubicBezTo>
                <a:cubicBezTo>
                  <a:pt x="152633" y="479498"/>
                  <a:pt x="172853" y="459310"/>
                  <a:pt x="197795" y="459310"/>
                </a:cubicBezTo>
                <a:close/>
                <a:moveTo>
                  <a:pt x="143318" y="390791"/>
                </a:moveTo>
                <a:lnTo>
                  <a:pt x="554573" y="390791"/>
                </a:lnTo>
                <a:lnTo>
                  <a:pt x="554573" y="437435"/>
                </a:lnTo>
                <a:lnTo>
                  <a:pt x="143318" y="437435"/>
                </a:lnTo>
                <a:close/>
                <a:moveTo>
                  <a:pt x="115304" y="313028"/>
                </a:moveTo>
                <a:lnTo>
                  <a:pt x="582659" y="313028"/>
                </a:lnTo>
                <a:lnTo>
                  <a:pt x="582659" y="359672"/>
                </a:lnTo>
                <a:lnTo>
                  <a:pt x="115304" y="359672"/>
                </a:lnTo>
                <a:close/>
                <a:moveTo>
                  <a:pt x="0" y="169922"/>
                </a:moveTo>
                <a:lnTo>
                  <a:pt x="78962" y="169922"/>
                </a:lnTo>
                <a:lnTo>
                  <a:pt x="108516" y="235254"/>
                </a:lnTo>
                <a:lnTo>
                  <a:pt x="607568" y="235254"/>
                </a:lnTo>
                <a:lnTo>
                  <a:pt x="607568" y="281909"/>
                </a:lnTo>
                <a:lnTo>
                  <a:pt x="78428" y="281909"/>
                </a:lnTo>
                <a:lnTo>
                  <a:pt x="48798" y="216577"/>
                </a:lnTo>
                <a:lnTo>
                  <a:pt x="0" y="216577"/>
                </a:lnTo>
                <a:close/>
                <a:moveTo>
                  <a:pt x="257720" y="0"/>
                </a:moveTo>
                <a:lnTo>
                  <a:pt x="254207" y="30201"/>
                </a:lnTo>
                <a:cubicBezTo>
                  <a:pt x="405964" y="47665"/>
                  <a:pt x="407797" y="197372"/>
                  <a:pt x="407797" y="197372"/>
                </a:cubicBezTo>
                <a:cubicBezTo>
                  <a:pt x="407797" y="197372"/>
                  <a:pt x="364340" y="158248"/>
                  <a:pt x="241147" y="144063"/>
                </a:cubicBezTo>
                <a:lnTo>
                  <a:pt x="237633" y="174264"/>
                </a:lnTo>
                <a:lnTo>
                  <a:pt x="115586" y="71993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 rot="19200000">
            <a:off x="4343842" y="1564941"/>
            <a:ext cx="1354287" cy="1344498"/>
          </a:xfrm>
          <a:custGeom>
            <a:avLst/>
            <a:gdLst/>
            <a:ahLst/>
            <a:cxnLst/>
            <a:rect r="r" b="b" t="t" l="l"/>
            <a:pathLst>
              <a:path w="2932774" h="2911576" stroke="true" fill="norm" extrusionOk="true">
                <a:moveTo>
                  <a:pt x="2094610" y="749566"/>
                </a:moveTo>
                <a:cubicBezTo>
                  <a:pt x="1683337" y="404466"/>
                  <a:pt x="1070173" y="458111"/>
                  <a:pt x="725074" y="869385"/>
                </a:cubicBezTo>
                <a:cubicBezTo>
                  <a:pt x="379974" y="1280659"/>
                  <a:pt x="433619" y="1893822"/>
                  <a:pt x="844892" y="2238922"/>
                </a:cubicBezTo>
                <a:cubicBezTo>
                  <a:pt x="1256166" y="2584021"/>
                  <a:pt x="1869330" y="2530377"/>
                  <a:pt x="2214429" y="2119103"/>
                </a:cubicBezTo>
                <a:cubicBezTo>
                  <a:pt x="2559529" y="1707829"/>
                  <a:pt x="2505884" y="1094665"/>
                  <a:pt x="2094610" y="749566"/>
                </a:cubicBezTo>
                <a:close/>
                <a:moveTo>
                  <a:pt x="2334142" y="298936"/>
                </a:moveTo>
                <a:lnTo>
                  <a:pt x="2489223" y="429064"/>
                </a:lnTo>
                <a:lnTo>
                  <a:pt x="2320667" y="742363"/>
                </a:lnTo>
                <a:lnTo>
                  <a:pt x="2354461" y="777201"/>
                </a:lnTo>
                <a:cubicBezTo>
                  <a:pt x="2435203" y="879773"/>
                  <a:pt x="2495636" y="994236"/>
                  <a:pt x="2535311" y="1114855"/>
                </a:cubicBezTo>
                <a:lnTo>
                  <a:pt x="2536967" y="1121826"/>
                </a:lnTo>
                <a:lnTo>
                  <a:pt x="2897593" y="1132603"/>
                </a:lnTo>
                <a:lnTo>
                  <a:pt x="2932774" y="1331966"/>
                </a:lnTo>
                <a:lnTo>
                  <a:pt x="2590256" y="1468461"/>
                </a:lnTo>
                <a:lnTo>
                  <a:pt x="2591629" y="1489431"/>
                </a:lnTo>
                <a:cubicBezTo>
                  <a:pt x="2589349" y="1616619"/>
                  <a:pt x="2565870" y="1744223"/>
                  <a:pt x="2520747" y="1866501"/>
                </a:cubicBezTo>
                <a:lnTo>
                  <a:pt x="2514437" y="1879930"/>
                </a:lnTo>
                <a:lnTo>
                  <a:pt x="2803260" y="2137440"/>
                </a:lnTo>
                <a:lnTo>
                  <a:pt x="2702039" y="2312761"/>
                </a:lnTo>
                <a:lnTo>
                  <a:pt x="2334283" y="2191277"/>
                </a:lnTo>
                <a:lnTo>
                  <a:pt x="2319995" y="2211637"/>
                </a:lnTo>
                <a:cubicBezTo>
                  <a:pt x="2243832" y="2302406"/>
                  <a:pt x="2156847" y="2378603"/>
                  <a:pt x="2062648" y="2439877"/>
                </a:cubicBezTo>
                <a:lnTo>
                  <a:pt x="2003075" y="2474637"/>
                </a:lnTo>
                <a:lnTo>
                  <a:pt x="2056587" y="2842337"/>
                </a:lnTo>
                <a:lnTo>
                  <a:pt x="1866354" y="2911576"/>
                </a:lnTo>
                <a:lnTo>
                  <a:pt x="1671448" y="2596242"/>
                </a:lnTo>
                <a:lnTo>
                  <a:pt x="1548242" y="2620265"/>
                </a:lnTo>
                <a:cubicBezTo>
                  <a:pt x="1476091" y="2627302"/>
                  <a:pt x="1403408" y="2627445"/>
                  <a:pt x="1331260" y="2620591"/>
                </a:cubicBezTo>
                <a:lnTo>
                  <a:pt x="1231810" y="2601211"/>
                </a:lnTo>
                <a:lnTo>
                  <a:pt x="1049067" y="2896869"/>
                </a:lnTo>
                <a:lnTo>
                  <a:pt x="858832" y="2827631"/>
                </a:lnTo>
                <a:lnTo>
                  <a:pt x="907780" y="2491308"/>
                </a:lnTo>
                <a:lnTo>
                  <a:pt x="816874" y="2436359"/>
                </a:lnTo>
                <a:cubicBezTo>
                  <a:pt x="785477" y="2415113"/>
                  <a:pt x="754881" y="2392053"/>
                  <a:pt x="725221" y="2367165"/>
                </a:cubicBezTo>
                <a:cubicBezTo>
                  <a:pt x="695562" y="2342277"/>
                  <a:pt x="667538" y="2316150"/>
                  <a:pt x="641163" y="2288921"/>
                </a:cubicBezTo>
                <a:lnTo>
                  <a:pt x="574277" y="2212385"/>
                </a:lnTo>
                <a:lnTo>
                  <a:pt x="268562" y="2313374"/>
                </a:lnTo>
                <a:lnTo>
                  <a:pt x="167340" y="2138053"/>
                </a:lnTo>
                <a:lnTo>
                  <a:pt x="411251" y="1920587"/>
                </a:lnTo>
                <a:lnTo>
                  <a:pt x="370408" y="1814340"/>
                </a:lnTo>
                <a:cubicBezTo>
                  <a:pt x="346310" y="1727013"/>
                  <a:pt x="332834" y="1636964"/>
                  <a:pt x="330144" y="1546283"/>
                </a:cubicBezTo>
                <a:lnTo>
                  <a:pt x="333010" y="1450313"/>
                </a:lnTo>
                <a:lnTo>
                  <a:pt x="0" y="1317659"/>
                </a:lnTo>
                <a:lnTo>
                  <a:pt x="35154" y="1118292"/>
                </a:lnTo>
                <a:lnTo>
                  <a:pt x="405289" y="1107180"/>
                </a:lnTo>
                <a:lnTo>
                  <a:pt x="444695" y="1011372"/>
                </a:lnTo>
                <a:cubicBezTo>
                  <a:pt x="485787" y="926536"/>
                  <a:pt x="537987" y="845252"/>
                  <a:pt x="601458" y="769611"/>
                </a:cubicBezTo>
                <a:lnTo>
                  <a:pt x="622589" y="747913"/>
                </a:lnTo>
                <a:lnTo>
                  <a:pt x="446039" y="419756"/>
                </a:lnTo>
                <a:lnTo>
                  <a:pt x="601120" y="289627"/>
                </a:lnTo>
                <a:lnTo>
                  <a:pt x="894887" y="521468"/>
                </a:lnTo>
                <a:lnTo>
                  <a:pt x="1005061" y="460695"/>
                </a:lnTo>
                <a:cubicBezTo>
                  <a:pt x="1055317" y="437563"/>
                  <a:pt x="1106924" y="418206"/>
                  <a:pt x="1159434" y="402668"/>
                </a:cubicBezTo>
                <a:lnTo>
                  <a:pt x="1288857" y="377431"/>
                </a:lnTo>
                <a:lnTo>
                  <a:pt x="1367154" y="0"/>
                </a:lnTo>
                <a:lnTo>
                  <a:pt x="1569597" y="0"/>
                </a:lnTo>
                <a:lnTo>
                  <a:pt x="1646698" y="371669"/>
                </a:lnTo>
                <a:lnTo>
                  <a:pt x="1803965" y="402316"/>
                </a:lnTo>
                <a:cubicBezTo>
                  <a:pt x="1873976" y="423270"/>
                  <a:pt x="1942381" y="451323"/>
                  <a:pt x="2008116" y="486582"/>
                </a:cubicBezTo>
                <a:lnTo>
                  <a:pt x="2055596" y="518765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0" id="10"/>
          <p:cNvSpPr/>
          <p:nvPr/>
        </p:nvSpPr>
        <p:spPr>
          <a:xfrm>
            <a:off x="4821100" y="2010559"/>
            <a:ext cx="399770" cy="453262"/>
          </a:xfrm>
          <a:custGeom>
            <a:avLst/>
            <a:gdLst/>
            <a:ahLst/>
            <a:cxnLst/>
            <a:rect r="r" b="b" t="t" l="l"/>
            <a:pathLst>
              <a:path w="2288" h="2598" stroke="true" fill="norm" extrusionOk="true">
                <a:moveTo>
                  <a:pt x="2281" y="1465"/>
                </a:moveTo>
                <a:cubicBezTo>
                  <a:pt x="2220" y="1286"/>
                  <a:pt x="2159" y="1111"/>
                  <a:pt x="2125" y="924"/>
                </a:cubicBezTo>
                <a:cubicBezTo>
                  <a:pt x="2112" y="850"/>
                  <a:pt x="2015" y="868"/>
                  <a:pt x="1992" y="924"/>
                </a:cubicBezTo>
                <a:cubicBezTo>
                  <a:pt x="1948" y="1035"/>
                  <a:pt x="1904" y="1146"/>
                  <a:pt x="1863" y="1258"/>
                </a:cubicBezTo>
                <a:cubicBezTo>
                  <a:pt x="1840" y="1319"/>
                  <a:pt x="1790" y="1411"/>
                  <a:pt x="1809" y="1480"/>
                </a:cubicBezTo>
                <a:cubicBezTo>
                  <a:pt x="1783" y="1516"/>
                  <a:pt x="1783" y="1565"/>
                  <a:pt x="1848" y="1586"/>
                </a:cubicBezTo>
                <a:cubicBezTo>
                  <a:pt x="1878" y="1596"/>
                  <a:pt x="1908" y="1602"/>
                  <a:pt x="1938" y="1607"/>
                </a:cubicBezTo>
                <a:cubicBezTo>
                  <a:pt x="1927" y="1644"/>
                  <a:pt x="1916" y="1681"/>
                  <a:pt x="1899" y="1716"/>
                </a:cubicBezTo>
                <a:cubicBezTo>
                  <a:pt x="1861" y="1789"/>
                  <a:pt x="1799" y="1850"/>
                  <a:pt x="1734" y="1899"/>
                </a:cubicBezTo>
                <a:cubicBezTo>
                  <a:pt x="1586" y="2012"/>
                  <a:pt x="1393" y="2062"/>
                  <a:pt x="1211" y="2079"/>
                </a:cubicBezTo>
                <a:cubicBezTo>
                  <a:pt x="1201" y="2080"/>
                  <a:pt x="1190" y="2080"/>
                  <a:pt x="1180" y="2081"/>
                </a:cubicBezTo>
                <a:cubicBezTo>
                  <a:pt x="1178" y="2066"/>
                  <a:pt x="1177" y="2052"/>
                  <a:pt x="1176" y="2038"/>
                </a:cubicBezTo>
                <a:cubicBezTo>
                  <a:pt x="1167" y="1852"/>
                  <a:pt x="1173" y="1665"/>
                  <a:pt x="1178" y="1479"/>
                </a:cubicBezTo>
                <a:cubicBezTo>
                  <a:pt x="1183" y="1309"/>
                  <a:pt x="1195" y="1137"/>
                  <a:pt x="1200" y="965"/>
                </a:cubicBezTo>
                <a:cubicBezTo>
                  <a:pt x="1262" y="972"/>
                  <a:pt x="1326" y="981"/>
                  <a:pt x="1388" y="979"/>
                </a:cubicBezTo>
                <a:cubicBezTo>
                  <a:pt x="1391" y="992"/>
                  <a:pt x="1399" y="1003"/>
                  <a:pt x="1409" y="1012"/>
                </a:cubicBezTo>
                <a:cubicBezTo>
                  <a:pt x="1434" y="1041"/>
                  <a:pt x="1476" y="1041"/>
                  <a:pt x="1501" y="1012"/>
                </a:cubicBezTo>
                <a:cubicBezTo>
                  <a:pt x="1511" y="1003"/>
                  <a:pt x="1519" y="991"/>
                  <a:pt x="1522" y="978"/>
                </a:cubicBezTo>
                <a:cubicBezTo>
                  <a:pt x="1528" y="956"/>
                  <a:pt x="1526" y="931"/>
                  <a:pt x="1526" y="908"/>
                </a:cubicBezTo>
                <a:lnTo>
                  <a:pt x="1526" y="847"/>
                </a:lnTo>
                <a:cubicBezTo>
                  <a:pt x="1526" y="809"/>
                  <a:pt x="1493" y="776"/>
                  <a:pt x="1455" y="776"/>
                </a:cubicBezTo>
                <a:cubicBezTo>
                  <a:pt x="1423" y="776"/>
                  <a:pt x="1395" y="799"/>
                  <a:pt x="1387" y="828"/>
                </a:cubicBezTo>
                <a:cubicBezTo>
                  <a:pt x="1327" y="813"/>
                  <a:pt x="1264" y="812"/>
                  <a:pt x="1202" y="810"/>
                </a:cubicBezTo>
                <a:cubicBezTo>
                  <a:pt x="1202" y="735"/>
                  <a:pt x="1199" y="659"/>
                  <a:pt x="1193" y="584"/>
                </a:cubicBezTo>
                <a:cubicBezTo>
                  <a:pt x="1297" y="558"/>
                  <a:pt x="1391" y="480"/>
                  <a:pt x="1431" y="385"/>
                </a:cubicBezTo>
                <a:cubicBezTo>
                  <a:pt x="1470" y="292"/>
                  <a:pt x="1441" y="197"/>
                  <a:pt x="1375" y="124"/>
                </a:cubicBezTo>
                <a:cubicBezTo>
                  <a:pt x="1315" y="57"/>
                  <a:pt x="1196" y="0"/>
                  <a:pt x="1109" y="37"/>
                </a:cubicBezTo>
                <a:cubicBezTo>
                  <a:pt x="1109" y="37"/>
                  <a:pt x="1109" y="37"/>
                  <a:pt x="1109" y="37"/>
                </a:cubicBezTo>
                <a:cubicBezTo>
                  <a:pt x="988" y="48"/>
                  <a:pt x="885" y="127"/>
                  <a:pt x="860" y="255"/>
                </a:cubicBezTo>
                <a:cubicBezTo>
                  <a:pt x="837" y="376"/>
                  <a:pt x="900" y="516"/>
                  <a:pt x="1013" y="570"/>
                </a:cubicBezTo>
                <a:cubicBezTo>
                  <a:pt x="1033" y="580"/>
                  <a:pt x="1055" y="586"/>
                  <a:pt x="1077" y="590"/>
                </a:cubicBezTo>
                <a:cubicBezTo>
                  <a:pt x="1068" y="662"/>
                  <a:pt x="1062" y="735"/>
                  <a:pt x="1056" y="808"/>
                </a:cubicBezTo>
                <a:cubicBezTo>
                  <a:pt x="1001" y="808"/>
                  <a:pt x="947" y="810"/>
                  <a:pt x="892" y="813"/>
                </a:cubicBezTo>
                <a:cubicBezTo>
                  <a:pt x="892" y="803"/>
                  <a:pt x="891" y="793"/>
                  <a:pt x="891" y="784"/>
                </a:cubicBezTo>
                <a:cubicBezTo>
                  <a:pt x="896" y="691"/>
                  <a:pt x="748" y="690"/>
                  <a:pt x="747" y="784"/>
                </a:cubicBezTo>
                <a:cubicBezTo>
                  <a:pt x="747" y="829"/>
                  <a:pt x="742" y="876"/>
                  <a:pt x="748" y="921"/>
                </a:cubicBezTo>
                <a:cubicBezTo>
                  <a:pt x="756" y="983"/>
                  <a:pt x="811" y="1002"/>
                  <a:pt x="851" y="981"/>
                </a:cubicBezTo>
                <a:cubicBezTo>
                  <a:pt x="872" y="980"/>
                  <a:pt x="891" y="967"/>
                  <a:pt x="899" y="946"/>
                </a:cubicBezTo>
                <a:cubicBezTo>
                  <a:pt x="948" y="949"/>
                  <a:pt x="998" y="951"/>
                  <a:pt x="1047" y="954"/>
                </a:cubicBezTo>
                <a:cubicBezTo>
                  <a:pt x="1037" y="1129"/>
                  <a:pt x="1031" y="1305"/>
                  <a:pt x="1024" y="1479"/>
                </a:cubicBezTo>
                <a:cubicBezTo>
                  <a:pt x="1017" y="1665"/>
                  <a:pt x="1014" y="1851"/>
                  <a:pt x="1021" y="2038"/>
                </a:cubicBezTo>
                <a:cubicBezTo>
                  <a:pt x="1022" y="2051"/>
                  <a:pt x="1022" y="2066"/>
                  <a:pt x="1022" y="2081"/>
                </a:cubicBezTo>
                <a:cubicBezTo>
                  <a:pt x="722" y="2061"/>
                  <a:pt x="421" y="1927"/>
                  <a:pt x="289" y="1649"/>
                </a:cubicBezTo>
                <a:cubicBezTo>
                  <a:pt x="342" y="1639"/>
                  <a:pt x="422" y="1633"/>
                  <a:pt x="434" y="1569"/>
                </a:cubicBezTo>
                <a:cubicBezTo>
                  <a:pt x="439" y="1539"/>
                  <a:pt x="429" y="1506"/>
                  <a:pt x="402" y="1492"/>
                </a:cubicBezTo>
                <a:cubicBezTo>
                  <a:pt x="401" y="1485"/>
                  <a:pt x="399" y="1478"/>
                  <a:pt x="395" y="1470"/>
                </a:cubicBezTo>
                <a:cubicBezTo>
                  <a:pt x="338" y="1362"/>
                  <a:pt x="258" y="1263"/>
                  <a:pt x="215" y="1148"/>
                </a:cubicBezTo>
                <a:cubicBezTo>
                  <a:pt x="192" y="1085"/>
                  <a:pt x="111" y="1085"/>
                  <a:pt x="88" y="1148"/>
                </a:cubicBezTo>
                <a:cubicBezTo>
                  <a:pt x="29" y="1306"/>
                  <a:pt x="0" y="1457"/>
                  <a:pt x="39" y="1624"/>
                </a:cubicBezTo>
                <a:cubicBezTo>
                  <a:pt x="45" y="1653"/>
                  <a:pt x="75" y="1663"/>
                  <a:pt x="101" y="1658"/>
                </a:cubicBezTo>
                <a:cubicBezTo>
                  <a:pt x="125" y="1661"/>
                  <a:pt x="149" y="1661"/>
                  <a:pt x="172" y="1661"/>
                </a:cubicBezTo>
                <a:cubicBezTo>
                  <a:pt x="253" y="2008"/>
                  <a:pt x="572" y="2179"/>
                  <a:pt x="906" y="2228"/>
                </a:cubicBezTo>
                <a:cubicBezTo>
                  <a:pt x="931" y="2337"/>
                  <a:pt x="982" y="2443"/>
                  <a:pt x="1043" y="2536"/>
                </a:cubicBezTo>
                <a:cubicBezTo>
                  <a:pt x="1083" y="2598"/>
                  <a:pt x="1172" y="2572"/>
                  <a:pt x="1177" y="2500"/>
                </a:cubicBezTo>
                <a:cubicBezTo>
                  <a:pt x="1177" y="2509"/>
                  <a:pt x="1185" y="2477"/>
                  <a:pt x="1189" y="2468"/>
                </a:cubicBezTo>
                <a:cubicBezTo>
                  <a:pt x="1199" y="2446"/>
                  <a:pt x="1211" y="2426"/>
                  <a:pt x="1223" y="2405"/>
                </a:cubicBezTo>
                <a:cubicBezTo>
                  <a:pt x="1234" y="2386"/>
                  <a:pt x="1247" y="2368"/>
                  <a:pt x="1259" y="2349"/>
                </a:cubicBezTo>
                <a:cubicBezTo>
                  <a:pt x="1264" y="2342"/>
                  <a:pt x="1268" y="2335"/>
                  <a:pt x="1273" y="2328"/>
                </a:cubicBezTo>
                <a:cubicBezTo>
                  <a:pt x="1277" y="2322"/>
                  <a:pt x="1293" y="2305"/>
                  <a:pt x="1277" y="2322"/>
                </a:cubicBezTo>
                <a:cubicBezTo>
                  <a:pt x="1304" y="2294"/>
                  <a:pt x="1300" y="2258"/>
                  <a:pt x="1280" y="2234"/>
                </a:cubicBezTo>
                <a:cubicBezTo>
                  <a:pt x="1483" y="2210"/>
                  <a:pt x="1683" y="2139"/>
                  <a:pt x="1845" y="2015"/>
                </a:cubicBezTo>
                <a:cubicBezTo>
                  <a:pt x="1948" y="1936"/>
                  <a:pt x="2086" y="1773"/>
                  <a:pt x="2094" y="1624"/>
                </a:cubicBezTo>
                <a:cubicBezTo>
                  <a:pt x="2146" y="1628"/>
                  <a:pt x="2201" y="1630"/>
                  <a:pt x="2245" y="1609"/>
                </a:cubicBezTo>
                <a:cubicBezTo>
                  <a:pt x="2278" y="1594"/>
                  <a:pt x="2287" y="1550"/>
                  <a:pt x="2274" y="1517"/>
                </a:cubicBezTo>
                <a:cubicBezTo>
                  <a:pt x="2284" y="1503"/>
                  <a:pt x="2288" y="1485"/>
                  <a:pt x="2281" y="1465"/>
                </a:cubicBezTo>
                <a:close/>
                <a:moveTo>
                  <a:pt x="1065" y="420"/>
                </a:moveTo>
                <a:cubicBezTo>
                  <a:pt x="1019" y="392"/>
                  <a:pt x="1002" y="323"/>
                  <a:pt x="1010" y="274"/>
                </a:cubicBezTo>
                <a:cubicBezTo>
                  <a:pt x="1021" y="207"/>
                  <a:pt x="1073" y="171"/>
                  <a:pt x="1131" y="148"/>
                </a:cubicBezTo>
                <a:cubicBezTo>
                  <a:pt x="1208" y="195"/>
                  <a:pt x="1340" y="234"/>
                  <a:pt x="1280" y="343"/>
                </a:cubicBezTo>
                <a:cubicBezTo>
                  <a:pt x="1258" y="383"/>
                  <a:pt x="1213" y="417"/>
                  <a:pt x="1165" y="430"/>
                </a:cubicBezTo>
                <a:cubicBezTo>
                  <a:pt x="1148" y="418"/>
                  <a:pt x="1121" y="420"/>
                  <a:pt x="1105" y="434"/>
                </a:cubicBezTo>
                <a:cubicBezTo>
                  <a:pt x="1091" y="432"/>
                  <a:pt x="1077" y="428"/>
                  <a:pt x="1065" y="420"/>
                </a:cubicBezTo>
                <a:close/>
                <a:moveTo>
                  <a:pt x="1032" y="2241"/>
                </a:moveTo>
                <a:cubicBezTo>
                  <a:pt x="1034" y="2257"/>
                  <a:pt x="1037" y="2272"/>
                  <a:pt x="1040" y="2287"/>
                </a:cubicBezTo>
                <a:cubicBezTo>
                  <a:pt x="1029" y="2271"/>
                  <a:pt x="1019" y="2255"/>
                  <a:pt x="1010" y="2239"/>
                </a:cubicBezTo>
                <a:cubicBezTo>
                  <a:pt x="1017" y="2240"/>
                  <a:pt x="1025" y="2241"/>
                  <a:pt x="1032" y="2241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5773282" y="1772369"/>
            <a:ext cx="5746410" cy="134652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`if age &gt; 18: print("Adult")`. Indentation crucial—spaces or tabs consistently define blocks.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5773282" y="1526280"/>
            <a:ext cx="568178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2138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Single Condition Checks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5774077" y="3316254"/>
            <a:ext cx="5747206" cy="134652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`elif age &lt; 0: print("Invalid")`. First true condition executes; order matters for efficiency.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5774077" y="3070165"/>
            <a:ext cx="574720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2138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Multiple Conditions with Elif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5774076" y="4899693"/>
            <a:ext cx="5747204" cy="1346522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Catches all unmatched cases. Example: Age zero or negative triggers error messages.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5774076" y="4653604"/>
            <a:ext cx="574720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2138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Else for Default Cases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24693" dur="indefinite" repeatCount="1000" spd="100%" accel="0%" decel="0%" restart="never" nodeType="tmRoot">
          <p:childTnLst>
            <p:seq concurrent="true" nextAc="seek">
              <p:cTn id="24694" dur="indefinite" repeatCount="1000" spd="100%" accel="0%" decel="0%" nodeType="mainSeq">
                <p:childTnLst>
                  <p:par>
                    <p:cTn id="24695" repeatCount="1000" spd="100%" accel="0%" decel="0%" fill="hold">
                      <p:stCondLst>
                        <p:cond delay="indefinite"/>
                        <p:cond evt="onBegin" delay="0">
                          <p:tn val="24694"/>
                        </p:cond>
                      </p:stCondLst>
                      <p:childTnLst>
                        <p:par>
                          <p:cTn id="246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697" presetID="16" presetClass="entr" presetSubtype="2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Horizontal)" transition="in">
                                      <p:cBhvr>
                                        <p:cTn id="24698" dur="5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9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0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701" presetID="5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in">
                                      <p:cBhvr>
                                        <p:cTn id="24702" dur="10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0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705" presetID="3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707" dur="1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72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08" dur="1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09" dur="1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4706" dur="1000" repeatCount="1000" spd="100%" accel="0%" decel="0%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1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1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712" presetID="16" presetClass="entr" presetSubtype="2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in">
                                      <p:cBhvr>
                                        <p:cTn id="24713" dur="500" repeatCount="1000" spd="100%" accel="0%" decel="0%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14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1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716" presetID="27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24717" dur="50" repeatCount="1000" spd="100%" accel="0%" decel="0%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718" dur="50" repeatCount="1000" spd="100%" accel="0%" decel="0%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1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720" dur="50" repeatCount="1000" spd="100%" accel="0%" decel="0%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2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722" presetID="19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723" dur="2000" repeatCount="1000" spd="100%" accel="0%" decel="0%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24" dur="2000" repeatCount="1000" spd="100%" accel="0%" decel="0%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#ppt_h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2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2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4727" presetID="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728" dur="1000" repeatCount="1000" spd="100%" accel="0%" decel="0%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29" dur="1000" repeatCount="1000" spd="100%" accel="0%" decel="0%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3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13"/>
    </p:bldLst>
  </p:timing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Relational and Logical Operators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1671433" y="1996877"/>
            <a:ext cx="5427623" cy="3415526"/>
            <a:chOff x="1161641" y="1610835"/>
            <a:chExt cx="6502124" cy="4091694"/>
          </a:xfrm>
          <a:solidFill>
            <a:schemeClr val="bg1">
              <a:lumMod val="85000"/>
            </a:schemeClr>
          </a:solidFill>
        </p:grpSpPr>
        <p:sp>
          <p:nvSpPr>
            <p:cNvPr name="Freeform 4" id="4"/>
            <p:cNvSpPr/>
            <p:nvPr/>
          </p:nvSpPr>
          <p:spPr>
            <a:xfrm rot="1582721">
              <a:off x="5618765" y="1610835"/>
              <a:ext cx="2045000" cy="3067492"/>
            </a:xfrm>
            <a:custGeom>
              <a:avLst/>
              <a:gdLst/>
              <a:ahLst/>
              <a:cxnLst/>
              <a:rect r="r" b="b" t="t" l="l"/>
              <a:pathLst>
                <a:path w="130629" h="195943" stroke="true" fill="norm" extrusionOk="true">
                  <a:moveTo>
                    <a:pt x="65315" y="36739"/>
                  </a:moveTo>
                  <a:cubicBezTo>
                    <a:pt x="69567" y="36739"/>
                    <a:pt x="73798" y="37419"/>
                    <a:pt x="78007" y="38780"/>
                  </a:cubicBezTo>
                  <a:cubicBezTo>
                    <a:pt x="82217" y="40141"/>
                    <a:pt x="85917" y="42437"/>
                    <a:pt x="89106" y="45669"/>
                  </a:cubicBezTo>
                  <a:cubicBezTo>
                    <a:pt x="92295" y="48901"/>
                    <a:pt x="93890" y="52728"/>
                    <a:pt x="93890" y="57150"/>
                  </a:cubicBezTo>
                  <a:cubicBezTo>
                    <a:pt x="93890" y="58255"/>
                    <a:pt x="93486" y="59212"/>
                    <a:pt x="92678" y="60020"/>
                  </a:cubicBezTo>
                  <a:cubicBezTo>
                    <a:pt x="91870" y="60828"/>
                    <a:pt x="90913" y="61232"/>
                    <a:pt x="89807" y="61232"/>
                  </a:cubicBezTo>
                  <a:cubicBezTo>
                    <a:pt x="88702" y="61232"/>
                    <a:pt x="87745" y="60828"/>
                    <a:pt x="86937" y="60020"/>
                  </a:cubicBezTo>
                  <a:cubicBezTo>
                    <a:pt x="86129" y="59212"/>
                    <a:pt x="85725" y="58255"/>
                    <a:pt x="85725" y="57150"/>
                  </a:cubicBezTo>
                  <a:cubicBezTo>
                    <a:pt x="85725" y="53238"/>
                    <a:pt x="83429" y="50219"/>
                    <a:pt x="78837" y="48093"/>
                  </a:cubicBezTo>
                  <a:cubicBezTo>
                    <a:pt x="74244" y="45966"/>
                    <a:pt x="69737" y="44903"/>
                    <a:pt x="65315" y="44903"/>
                  </a:cubicBezTo>
                  <a:cubicBezTo>
                    <a:pt x="64209" y="44903"/>
                    <a:pt x="63252" y="44499"/>
                    <a:pt x="62444" y="43692"/>
                  </a:cubicBezTo>
                  <a:cubicBezTo>
                    <a:pt x="61636" y="42884"/>
                    <a:pt x="61232" y="41927"/>
                    <a:pt x="61232" y="40821"/>
                  </a:cubicBezTo>
                  <a:cubicBezTo>
                    <a:pt x="61232" y="39716"/>
                    <a:pt x="61636" y="38759"/>
                    <a:pt x="62444" y="37951"/>
                  </a:cubicBezTo>
                  <a:cubicBezTo>
                    <a:pt x="63252" y="37143"/>
                    <a:pt x="64209" y="36739"/>
                    <a:pt x="65315" y="36739"/>
                  </a:cubicBezTo>
                  <a:close/>
                  <a:moveTo>
                    <a:pt x="65315" y="16328"/>
                  </a:moveTo>
                  <a:cubicBezTo>
                    <a:pt x="59446" y="16328"/>
                    <a:pt x="53642" y="17285"/>
                    <a:pt x="47902" y="19199"/>
                  </a:cubicBezTo>
                  <a:cubicBezTo>
                    <a:pt x="42161" y="21112"/>
                    <a:pt x="36931" y="23749"/>
                    <a:pt x="32211" y="27108"/>
                  </a:cubicBezTo>
                  <a:cubicBezTo>
                    <a:pt x="27491" y="30467"/>
                    <a:pt x="23664" y="34783"/>
                    <a:pt x="20730" y="40056"/>
                  </a:cubicBezTo>
                  <a:cubicBezTo>
                    <a:pt x="17796" y="45329"/>
                    <a:pt x="16329" y="51027"/>
                    <a:pt x="16329" y="57150"/>
                  </a:cubicBezTo>
                  <a:cubicBezTo>
                    <a:pt x="16329" y="65739"/>
                    <a:pt x="19220" y="73393"/>
                    <a:pt x="25003" y="80112"/>
                  </a:cubicBezTo>
                  <a:cubicBezTo>
                    <a:pt x="25854" y="81047"/>
                    <a:pt x="27151" y="82451"/>
                    <a:pt x="28894" y="84322"/>
                  </a:cubicBezTo>
                  <a:cubicBezTo>
                    <a:pt x="30638" y="86193"/>
                    <a:pt x="31935" y="87596"/>
                    <a:pt x="32785" y="88531"/>
                  </a:cubicBezTo>
                  <a:cubicBezTo>
                    <a:pt x="43671" y="101543"/>
                    <a:pt x="49666" y="114215"/>
                    <a:pt x="50772" y="126546"/>
                  </a:cubicBezTo>
                  <a:lnTo>
                    <a:pt x="79857" y="126546"/>
                  </a:lnTo>
                  <a:cubicBezTo>
                    <a:pt x="80963" y="114215"/>
                    <a:pt x="86958" y="101543"/>
                    <a:pt x="97844" y="88531"/>
                  </a:cubicBezTo>
                  <a:cubicBezTo>
                    <a:pt x="98695" y="87596"/>
                    <a:pt x="99991" y="86193"/>
                    <a:pt x="101735" y="84322"/>
                  </a:cubicBezTo>
                  <a:cubicBezTo>
                    <a:pt x="103478" y="82451"/>
                    <a:pt x="104775" y="81047"/>
                    <a:pt x="105626" y="80112"/>
                  </a:cubicBezTo>
                  <a:cubicBezTo>
                    <a:pt x="111409" y="73393"/>
                    <a:pt x="114300" y="65739"/>
                    <a:pt x="114300" y="57150"/>
                  </a:cubicBezTo>
                  <a:cubicBezTo>
                    <a:pt x="114300" y="51027"/>
                    <a:pt x="112833" y="45329"/>
                    <a:pt x="109899" y="40056"/>
                  </a:cubicBezTo>
                  <a:cubicBezTo>
                    <a:pt x="106965" y="34783"/>
                    <a:pt x="103138" y="30467"/>
                    <a:pt x="98418" y="27108"/>
                  </a:cubicBezTo>
                  <a:cubicBezTo>
                    <a:pt x="93698" y="23749"/>
                    <a:pt x="88468" y="21112"/>
                    <a:pt x="82727" y="19199"/>
                  </a:cubicBezTo>
                  <a:cubicBezTo>
                    <a:pt x="76987" y="17285"/>
                    <a:pt x="71183" y="16328"/>
                    <a:pt x="65315" y="16328"/>
                  </a:cubicBezTo>
                  <a:close/>
                  <a:moveTo>
                    <a:pt x="65315" y="0"/>
                  </a:moveTo>
                  <a:cubicBezTo>
                    <a:pt x="73394" y="0"/>
                    <a:pt x="81324" y="1382"/>
                    <a:pt x="89106" y="4146"/>
                  </a:cubicBezTo>
                  <a:cubicBezTo>
                    <a:pt x="96887" y="6910"/>
                    <a:pt x="103861" y="10694"/>
                    <a:pt x="110027" y="15499"/>
                  </a:cubicBezTo>
                  <a:cubicBezTo>
                    <a:pt x="116192" y="20304"/>
                    <a:pt x="121168" y="26342"/>
                    <a:pt x="124952" y="33614"/>
                  </a:cubicBezTo>
                  <a:cubicBezTo>
                    <a:pt x="128737" y="40885"/>
                    <a:pt x="130629" y="48730"/>
                    <a:pt x="130629" y="57150"/>
                  </a:cubicBezTo>
                  <a:cubicBezTo>
                    <a:pt x="130629" y="70332"/>
                    <a:pt x="126249" y="81728"/>
                    <a:pt x="117489" y="91338"/>
                  </a:cubicBezTo>
                  <a:cubicBezTo>
                    <a:pt x="113662" y="95505"/>
                    <a:pt x="110495" y="99204"/>
                    <a:pt x="107986" y="102436"/>
                  </a:cubicBezTo>
                  <a:cubicBezTo>
                    <a:pt x="105477" y="105668"/>
                    <a:pt x="102947" y="109729"/>
                    <a:pt x="100395" y="114619"/>
                  </a:cubicBezTo>
                  <a:cubicBezTo>
                    <a:pt x="97844" y="119509"/>
                    <a:pt x="96398" y="124080"/>
                    <a:pt x="96058" y="128332"/>
                  </a:cubicBezTo>
                  <a:cubicBezTo>
                    <a:pt x="100055" y="130713"/>
                    <a:pt x="102054" y="134200"/>
                    <a:pt x="102054" y="138793"/>
                  </a:cubicBezTo>
                  <a:cubicBezTo>
                    <a:pt x="102054" y="141939"/>
                    <a:pt x="100991" y="144661"/>
                    <a:pt x="98865" y="146957"/>
                  </a:cubicBezTo>
                  <a:cubicBezTo>
                    <a:pt x="100991" y="149253"/>
                    <a:pt x="102054" y="151975"/>
                    <a:pt x="102054" y="155121"/>
                  </a:cubicBezTo>
                  <a:cubicBezTo>
                    <a:pt x="102054" y="159544"/>
                    <a:pt x="100140" y="162988"/>
                    <a:pt x="96313" y="165454"/>
                  </a:cubicBezTo>
                  <a:cubicBezTo>
                    <a:pt x="97419" y="167410"/>
                    <a:pt x="97972" y="169409"/>
                    <a:pt x="97972" y="171450"/>
                  </a:cubicBezTo>
                  <a:cubicBezTo>
                    <a:pt x="97972" y="175362"/>
                    <a:pt x="96632" y="178381"/>
                    <a:pt x="93953" y="180507"/>
                  </a:cubicBezTo>
                  <a:cubicBezTo>
                    <a:pt x="91274" y="182633"/>
                    <a:pt x="87979" y="183696"/>
                    <a:pt x="84067" y="183696"/>
                  </a:cubicBezTo>
                  <a:cubicBezTo>
                    <a:pt x="82366" y="187438"/>
                    <a:pt x="79815" y="190415"/>
                    <a:pt x="76413" y="192626"/>
                  </a:cubicBezTo>
                  <a:cubicBezTo>
                    <a:pt x="73011" y="194837"/>
                    <a:pt x="69312" y="195943"/>
                    <a:pt x="65315" y="195943"/>
                  </a:cubicBezTo>
                  <a:cubicBezTo>
                    <a:pt x="61317" y="195943"/>
                    <a:pt x="57618" y="194837"/>
                    <a:pt x="54216" y="192626"/>
                  </a:cubicBezTo>
                  <a:cubicBezTo>
                    <a:pt x="50814" y="190415"/>
                    <a:pt x="48263" y="187438"/>
                    <a:pt x="46562" y="183696"/>
                  </a:cubicBezTo>
                  <a:cubicBezTo>
                    <a:pt x="42650" y="183696"/>
                    <a:pt x="39355" y="182633"/>
                    <a:pt x="36676" y="180507"/>
                  </a:cubicBezTo>
                  <a:cubicBezTo>
                    <a:pt x="33997" y="178381"/>
                    <a:pt x="32657" y="175362"/>
                    <a:pt x="32657" y="171450"/>
                  </a:cubicBezTo>
                  <a:cubicBezTo>
                    <a:pt x="32657" y="169409"/>
                    <a:pt x="33210" y="167410"/>
                    <a:pt x="34316" y="165454"/>
                  </a:cubicBezTo>
                  <a:cubicBezTo>
                    <a:pt x="30489" y="162988"/>
                    <a:pt x="28575" y="159544"/>
                    <a:pt x="28575" y="155121"/>
                  </a:cubicBezTo>
                  <a:cubicBezTo>
                    <a:pt x="28575" y="151975"/>
                    <a:pt x="29638" y="149253"/>
                    <a:pt x="31764" y="146957"/>
                  </a:cubicBezTo>
                  <a:cubicBezTo>
                    <a:pt x="29638" y="144661"/>
                    <a:pt x="28575" y="141939"/>
                    <a:pt x="28575" y="138793"/>
                  </a:cubicBezTo>
                  <a:cubicBezTo>
                    <a:pt x="28575" y="134200"/>
                    <a:pt x="30574" y="130713"/>
                    <a:pt x="34571" y="128332"/>
                  </a:cubicBezTo>
                  <a:cubicBezTo>
                    <a:pt x="34231" y="124080"/>
                    <a:pt x="32785" y="119509"/>
                    <a:pt x="30234" y="114619"/>
                  </a:cubicBezTo>
                  <a:cubicBezTo>
                    <a:pt x="27682" y="109729"/>
                    <a:pt x="25152" y="105668"/>
                    <a:pt x="22643" y="102436"/>
                  </a:cubicBezTo>
                  <a:cubicBezTo>
                    <a:pt x="20135" y="99204"/>
                    <a:pt x="16967" y="95505"/>
                    <a:pt x="13140" y="91338"/>
                  </a:cubicBezTo>
                  <a:cubicBezTo>
                    <a:pt x="4380" y="81728"/>
                    <a:pt x="0" y="70332"/>
                    <a:pt x="0" y="57150"/>
                  </a:cubicBezTo>
                  <a:cubicBezTo>
                    <a:pt x="0" y="48730"/>
                    <a:pt x="1892" y="40885"/>
                    <a:pt x="5677" y="33614"/>
                  </a:cubicBezTo>
                  <a:cubicBezTo>
                    <a:pt x="9461" y="26342"/>
                    <a:pt x="14437" y="20304"/>
                    <a:pt x="20602" y="15499"/>
                  </a:cubicBezTo>
                  <a:cubicBezTo>
                    <a:pt x="26768" y="10694"/>
                    <a:pt x="33742" y="6910"/>
                    <a:pt x="41523" y="4146"/>
                  </a:cubicBezTo>
                  <a:cubicBezTo>
                    <a:pt x="49305" y="1382"/>
                    <a:pt x="57235" y="0"/>
                    <a:pt x="65315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1161641" y="4477423"/>
              <a:ext cx="4886699" cy="1225106"/>
            </a:xfrm>
            <a:custGeom>
              <a:avLst/>
              <a:gdLst/>
              <a:ahLst/>
              <a:cxnLst/>
              <a:rect r="r" b="b" t="t" l="l"/>
              <a:pathLst>
                <a:path w="695" h="174" stroke="true" fill="norm" extrusionOk="true">
                  <a:moveTo>
                    <a:pt x="78" y="130"/>
                  </a:moveTo>
                  <a:cubicBezTo>
                    <a:pt x="88" y="132"/>
                    <a:pt x="101" y="134"/>
                    <a:pt x="109" y="136"/>
                  </a:cubicBezTo>
                  <a:cubicBezTo>
                    <a:pt x="147" y="143"/>
                    <a:pt x="179" y="151"/>
                    <a:pt x="220" y="157"/>
                  </a:cubicBezTo>
                  <a:cubicBezTo>
                    <a:pt x="219" y="157"/>
                    <a:pt x="222" y="157"/>
                    <a:pt x="225" y="157"/>
                  </a:cubicBezTo>
                  <a:cubicBezTo>
                    <a:pt x="224" y="157"/>
                    <a:pt x="224" y="157"/>
                    <a:pt x="224" y="157"/>
                  </a:cubicBezTo>
                  <a:cubicBezTo>
                    <a:pt x="229" y="157"/>
                    <a:pt x="229" y="157"/>
                    <a:pt x="229" y="157"/>
                  </a:cubicBezTo>
                  <a:cubicBezTo>
                    <a:pt x="232" y="157"/>
                    <a:pt x="229" y="158"/>
                    <a:pt x="226" y="158"/>
                  </a:cubicBezTo>
                  <a:cubicBezTo>
                    <a:pt x="242" y="160"/>
                    <a:pt x="257" y="162"/>
                    <a:pt x="272" y="165"/>
                  </a:cubicBezTo>
                  <a:cubicBezTo>
                    <a:pt x="275" y="164"/>
                    <a:pt x="280" y="166"/>
                    <a:pt x="283" y="165"/>
                  </a:cubicBezTo>
                  <a:cubicBezTo>
                    <a:pt x="283" y="166"/>
                    <a:pt x="283" y="166"/>
                    <a:pt x="282" y="166"/>
                  </a:cubicBezTo>
                  <a:cubicBezTo>
                    <a:pt x="294" y="167"/>
                    <a:pt x="295" y="167"/>
                    <a:pt x="303" y="169"/>
                  </a:cubicBezTo>
                  <a:cubicBezTo>
                    <a:pt x="314" y="171"/>
                    <a:pt x="325" y="172"/>
                    <a:pt x="338" y="173"/>
                  </a:cubicBezTo>
                  <a:cubicBezTo>
                    <a:pt x="346" y="174"/>
                    <a:pt x="351" y="174"/>
                    <a:pt x="366" y="173"/>
                  </a:cubicBezTo>
                  <a:cubicBezTo>
                    <a:pt x="367" y="173"/>
                    <a:pt x="372" y="173"/>
                    <a:pt x="375" y="172"/>
                  </a:cubicBezTo>
                  <a:cubicBezTo>
                    <a:pt x="379" y="171"/>
                    <a:pt x="379" y="171"/>
                    <a:pt x="379" y="171"/>
                  </a:cubicBezTo>
                  <a:cubicBezTo>
                    <a:pt x="396" y="166"/>
                    <a:pt x="387" y="169"/>
                    <a:pt x="391" y="167"/>
                  </a:cubicBezTo>
                  <a:cubicBezTo>
                    <a:pt x="398" y="163"/>
                    <a:pt x="396" y="163"/>
                    <a:pt x="397" y="161"/>
                  </a:cubicBezTo>
                  <a:cubicBezTo>
                    <a:pt x="397" y="160"/>
                    <a:pt x="396" y="158"/>
                    <a:pt x="395" y="157"/>
                  </a:cubicBezTo>
                  <a:cubicBezTo>
                    <a:pt x="389" y="149"/>
                    <a:pt x="378" y="143"/>
                    <a:pt x="368" y="136"/>
                  </a:cubicBezTo>
                  <a:cubicBezTo>
                    <a:pt x="347" y="123"/>
                    <a:pt x="322" y="111"/>
                    <a:pt x="300" y="97"/>
                  </a:cubicBezTo>
                  <a:cubicBezTo>
                    <a:pt x="292" y="96"/>
                    <a:pt x="289" y="93"/>
                    <a:pt x="282" y="92"/>
                  </a:cubicBezTo>
                  <a:cubicBezTo>
                    <a:pt x="283" y="91"/>
                    <a:pt x="283" y="91"/>
                    <a:pt x="283" y="91"/>
                  </a:cubicBezTo>
                  <a:cubicBezTo>
                    <a:pt x="278" y="90"/>
                    <a:pt x="279" y="89"/>
                    <a:pt x="277" y="86"/>
                  </a:cubicBezTo>
                  <a:cubicBezTo>
                    <a:pt x="276" y="86"/>
                    <a:pt x="275" y="85"/>
                    <a:pt x="273" y="86"/>
                  </a:cubicBezTo>
                  <a:cubicBezTo>
                    <a:pt x="270" y="85"/>
                    <a:pt x="274" y="83"/>
                    <a:pt x="271" y="82"/>
                  </a:cubicBezTo>
                  <a:cubicBezTo>
                    <a:pt x="272" y="82"/>
                    <a:pt x="270" y="83"/>
                    <a:pt x="270" y="82"/>
                  </a:cubicBezTo>
                  <a:cubicBezTo>
                    <a:pt x="262" y="79"/>
                    <a:pt x="272" y="82"/>
                    <a:pt x="269" y="77"/>
                  </a:cubicBezTo>
                  <a:cubicBezTo>
                    <a:pt x="267" y="76"/>
                    <a:pt x="264" y="74"/>
                    <a:pt x="262" y="72"/>
                  </a:cubicBezTo>
                  <a:cubicBezTo>
                    <a:pt x="265" y="72"/>
                    <a:pt x="269" y="72"/>
                    <a:pt x="272" y="73"/>
                  </a:cubicBezTo>
                  <a:cubicBezTo>
                    <a:pt x="270" y="73"/>
                    <a:pt x="271" y="72"/>
                    <a:pt x="273" y="72"/>
                  </a:cubicBezTo>
                  <a:cubicBezTo>
                    <a:pt x="273" y="74"/>
                    <a:pt x="281" y="72"/>
                    <a:pt x="284" y="73"/>
                  </a:cubicBezTo>
                  <a:cubicBezTo>
                    <a:pt x="283" y="73"/>
                    <a:pt x="281" y="73"/>
                    <a:pt x="280" y="73"/>
                  </a:cubicBezTo>
                  <a:cubicBezTo>
                    <a:pt x="288" y="75"/>
                    <a:pt x="297" y="75"/>
                    <a:pt x="304" y="76"/>
                  </a:cubicBezTo>
                  <a:cubicBezTo>
                    <a:pt x="314" y="76"/>
                    <a:pt x="320" y="79"/>
                    <a:pt x="327" y="78"/>
                  </a:cubicBezTo>
                  <a:cubicBezTo>
                    <a:pt x="325" y="79"/>
                    <a:pt x="330" y="79"/>
                    <a:pt x="331" y="80"/>
                  </a:cubicBezTo>
                  <a:cubicBezTo>
                    <a:pt x="341" y="79"/>
                    <a:pt x="345" y="82"/>
                    <a:pt x="355" y="82"/>
                  </a:cubicBezTo>
                  <a:cubicBezTo>
                    <a:pt x="354" y="82"/>
                    <a:pt x="354" y="82"/>
                    <a:pt x="354" y="82"/>
                  </a:cubicBezTo>
                  <a:cubicBezTo>
                    <a:pt x="376" y="85"/>
                    <a:pt x="398" y="88"/>
                    <a:pt x="422" y="90"/>
                  </a:cubicBezTo>
                  <a:cubicBezTo>
                    <a:pt x="436" y="92"/>
                    <a:pt x="446" y="95"/>
                    <a:pt x="463" y="96"/>
                  </a:cubicBezTo>
                  <a:cubicBezTo>
                    <a:pt x="466" y="96"/>
                    <a:pt x="464" y="96"/>
                    <a:pt x="467" y="96"/>
                  </a:cubicBezTo>
                  <a:cubicBezTo>
                    <a:pt x="470" y="96"/>
                    <a:pt x="466" y="96"/>
                    <a:pt x="467" y="96"/>
                  </a:cubicBezTo>
                  <a:cubicBezTo>
                    <a:pt x="475" y="97"/>
                    <a:pt x="483" y="98"/>
                    <a:pt x="493" y="99"/>
                  </a:cubicBezTo>
                  <a:cubicBezTo>
                    <a:pt x="494" y="99"/>
                    <a:pt x="497" y="99"/>
                    <a:pt x="497" y="99"/>
                  </a:cubicBezTo>
                  <a:cubicBezTo>
                    <a:pt x="501" y="100"/>
                    <a:pt x="508" y="100"/>
                    <a:pt x="516" y="100"/>
                  </a:cubicBezTo>
                  <a:cubicBezTo>
                    <a:pt x="520" y="100"/>
                    <a:pt x="524" y="100"/>
                    <a:pt x="530" y="100"/>
                  </a:cubicBezTo>
                  <a:cubicBezTo>
                    <a:pt x="534" y="101"/>
                    <a:pt x="558" y="94"/>
                    <a:pt x="557" y="93"/>
                  </a:cubicBezTo>
                  <a:cubicBezTo>
                    <a:pt x="549" y="96"/>
                    <a:pt x="562" y="89"/>
                    <a:pt x="560" y="87"/>
                  </a:cubicBezTo>
                  <a:cubicBezTo>
                    <a:pt x="561" y="86"/>
                    <a:pt x="562" y="86"/>
                    <a:pt x="563" y="86"/>
                  </a:cubicBezTo>
                  <a:cubicBezTo>
                    <a:pt x="564" y="83"/>
                    <a:pt x="563" y="81"/>
                    <a:pt x="563" y="77"/>
                  </a:cubicBezTo>
                  <a:cubicBezTo>
                    <a:pt x="562" y="76"/>
                    <a:pt x="559" y="76"/>
                    <a:pt x="559" y="74"/>
                  </a:cubicBezTo>
                  <a:cubicBezTo>
                    <a:pt x="561" y="72"/>
                    <a:pt x="557" y="70"/>
                    <a:pt x="557" y="68"/>
                  </a:cubicBezTo>
                  <a:cubicBezTo>
                    <a:pt x="554" y="69"/>
                    <a:pt x="551" y="68"/>
                    <a:pt x="550" y="66"/>
                  </a:cubicBezTo>
                  <a:cubicBezTo>
                    <a:pt x="554" y="65"/>
                    <a:pt x="554" y="65"/>
                    <a:pt x="554" y="65"/>
                  </a:cubicBezTo>
                  <a:cubicBezTo>
                    <a:pt x="548" y="61"/>
                    <a:pt x="545" y="52"/>
                    <a:pt x="534" y="47"/>
                  </a:cubicBezTo>
                  <a:cubicBezTo>
                    <a:pt x="536" y="46"/>
                    <a:pt x="536" y="46"/>
                    <a:pt x="536" y="46"/>
                  </a:cubicBezTo>
                  <a:cubicBezTo>
                    <a:pt x="528" y="41"/>
                    <a:pt x="524" y="34"/>
                    <a:pt x="521" y="29"/>
                  </a:cubicBezTo>
                  <a:cubicBezTo>
                    <a:pt x="521" y="29"/>
                    <a:pt x="520" y="30"/>
                    <a:pt x="527" y="30"/>
                  </a:cubicBezTo>
                  <a:cubicBezTo>
                    <a:pt x="534" y="29"/>
                    <a:pt x="537" y="29"/>
                    <a:pt x="543" y="29"/>
                  </a:cubicBezTo>
                  <a:cubicBezTo>
                    <a:pt x="546" y="29"/>
                    <a:pt x="546" y="30"/>
                    <a:pt x="547" y="30"/>
                  </a:cubicBezTo>
                  <a:cubicBezTo>
                    <a:pt x="555" y="31"/>
                    <a:pt x="560" y="33"/>
                    <a:pt x="569" y="32"/>
                  </a:cubicBezTo>
                  <a:cubicBezTo>
                    <a:pt x="568" y="33"/>
                    <a:pt x="568" y="33"/>
                    <a:pt x="568" y="33"/>
                  </a:cubicBezTo>
                  <a:cubicBezTo>
                    <a:pt x="575" y="33"/>
                    <a:pt x="586" y="34"/>
                    <a:pt x="592" y="35"/>
                  </a:cubicBezTo>
                  <a:cubicBezTo>
                    <a:pt x="595" y="35"/>
                    <a:pt x="603" y="36"/>
                    <a:pt x="601" y="35"/>
                  </a:cubicBezTo>
                  <a:cubicBezTo>
                    <a:pt x="604" y="35"/>
                    <a:pt x="600" y="36"/>
                    <a:pt x="605" y="36"/>
                  </a:cubicBezTo>
                  <a:cubicBezTo>
                    <a:pt x="600" y="36"/>
                    <a:pt x="600" y="36"/>
                    <a:pt x="600" y="36"/>
                  </a:cubicBezTo>
                  <a:cubicBezTo>
                    <a:pt x="618" y="38"/>
                    <a:pt x="625" y="42"/>
                    <a:pt x="656" y="39"/>
                  </a:cubicBezTo>
                  <a:cubicBezTo>
                    <a:pt x="672" y="35"/>
                    <a:pt x="667" y="30"/>
                    <a:pt x="667" y="26"/>
                  </a:cubicBezTo>
                  <a:cubicBezTo>
                    <a:pt x="665" y="25"/>
                    <a:pt x="664" y="21"/>
                    <a:pt x="659" y="21"/>
                  </a:cubicBezTo>
                  <a:cubicBezTo>
                    <a:pt x="661" y="20"/>
                    <a:pt x="661" y="20"/>
                    <a:pt x="661" y="20"/>
                  </a:cubicBezTo>
                  <a:cubicBezTo>
                    <a:pt x="659" y="18"/>
                    <a:pt x="657" y="14"/>
                    <a:pt x="655" y="11"/>
                  </a:cubicBezTo>
                  <a:cubicBezTo>
                    <a:pt x="655" y="9"/>
                    <a:pt x="653" y="10"/>
                    <a:pt x="651" y="8"/>
                  </a:cubicBezTo>
                  <a:cubicBezTo>
                    <a:pt x="653" y="8"/>
                    <a:pt x="653" y="8"/>
                    <a:pt x="653" y="8"/>
                  </a:cubicBezTo>
                  <a:cubicBezTo>
                    <a:pt x="651" y="6"/>
                    <a:pt x="649" y="6"/>
                    <a:pt x="647" y="6"/>
                  </a:cubicBezTo>
                  <a:cubicBezTo>
                    <a:pt x="648" y="5"/>
                    <a:pt x="648" y="5"/>
                    <a:pt x="648" y="5"/>
                  </a:cubicBezTo>
                  <a:cubicBezTo>
                    <a:pt x="649" y="5"/>
                    <a:pt x="650" y="4"/>
                    <a:pt x="651" y="4"/>
                  </a:cubicBezTo>
                  <a:cubicBezTo>
                    <a:pt x="652" y="5"/>
                    <a:pt x="653" y="5"/>
                    <a:pt x="654" y="5"/>
                  </a:cubicBezTo>
                  <a:cubicBezTo>
                    <a:pt x="653" y="5"/>
                    <a:pt x="654" y="5"/>
                    <a:pt x="654" y="4"/>
                  </a:cubicBezTo>
                  <a:cubicBezTo>
                    <a:pt x="655" y="4"/>
                    <a:pt x="655" y="4"/>
                    <a:pt x="656" y="4"/>
                  </a:cubicBezTo>
                  <a:cubicBezTo>
                    <a:pt x="662" y="4"/>
                    <a:pt x="666" y="4"/>
                    <a:pt x="668" y="3"/>
                  </a:cubicBezTo>
                  <a:cubicBezTo>
                    <a:pt x="666" y="4"/>
                    <a:pt x="671" y="4"/>
                    <a:pt x="667" y="4"/>
                  </a:cubicBezTo>
                  <a:cubicBezTo>
                    <a:pt x="671" y="4"/>
                    <a:pt x="674" y="4"/>
                    <a:pt x="677" y="4"/>
                  </a:cubicBezTo>
                  <a:cubicBezTo>
                    <a:pt x="676" y="4"/>
                    <a:pt x="675" y="4"/>
                    <a:pt x="674" y="4"/>
                  </a:cubicBezTo>
                  <a:cubicBezTo>
                    <a:pt x="678" y="3"/>
                    <a:pt x="682" y="3"/>
                    <a:pt x="682" y="3"/>
                  </a:cubicBezTo>
                  <a:cubicBezTo>
                    <a:pt x="680" y="3"/>
                    <a:pt x="679" y="3"/>
                    <a:pt x="677" y="3"/>
                  </a:cubicBezTo>
                  <a:cubicBezTo>
                    <a:pt x="679" y="2"/>
                    <a:pt x="687" y="2"/>
                    <a:pt x="687" y="3"/>
                  </a:cubicBezTo>
                  <a:cubicBezTo>
                    <a:pt x="687" y="4"/>
                    <a:pt x="681" y="4"/>
                    <a:pt x="683" y="4"/>
                  </a:cubicBezTo>
                  <a:cubicBezTo>
                    <a:pt x="695" y="4"/>
                    <a:pt x="695" y="4"/>
                    <a:pt x="695" y="4"/>
                  </a:cubicBezTo>
                  <a:cubicBezTo>
                    <a:pt x="692" y="4"/>
                    <a:pt x="691" y="3"/>
                    <a:pt x="693" y="3"/>
                  </a:cubicBezTo>
                  <a:cubicBezTo>
                    <a:pt x="688" y="3"/>
                    <a:pt x="688" y="3"/>
                    <a:pt x="688" y="3"/>
                  </a:cubicBezTo>
                  <a:cubicBezTo>
                    <a:pt x="689" y="2"/>
                    <a:pt x="689" y="2"/>
                    <a:pt x="689" y="2"/>
                  </a:cubicBezTo>
                  <a:cubicBezTo>
                    <a:pt x="682" y="2"/>
                    <a:pt x="677" y="1"/>
                    <a:pt x="668" y="1"/>
                  </a:cubicBezTo>
                  <a:cubicBezTo>
                    <a:pt x="670" y="2"/>
                    <a:pt x="670" y="2"/>
                    <a:pt x="670" y="2"/>
                  </a:cubicBezTo>
                  <a:cubicBezTo>
                    <a:pt x="665" y="2"/>
                    <a:pt x="659" y="3"/>
                    <a:pt x="655" y="3"/>
                  </a:cubicBezTo>
                  <a:cubicBezTo>
                    <a:pt x="658" y="2"/>
                    <a:pt x="656" y="2"/>
                    <a:pt x="657" y="2"/>
                  </a:cubicBezTo>
                  <a:cubicBezTo>
                    <a:pt x="655" y="2"/>
                    <a:pt x="654" y="2"/>
                    <a:pt x="652" y="2"/>
                  </a:cubicBezTo>
                  <a:cubicBezTo>
                    <a:pt x="656" y="1"/>
                    <a:pt x="656" y="1"/>
                    <a:pt x="656" y="1"/>
                  </a:cubicBezTo>
                  <a:cubicBezTo>
                    <a:pt x="655" y="1"/>
                    <a:pt x="654" y="2"/>
                    <a:pt x="652" y="2"/>
                  </a:cubicBezTo>
                  <a:cubicBezTo>
                    <a:pt x="649" y="3"/>
                    <a:pt x="655" y="0"/>
                    <a:pt x="645" y="4"/>
                  </a:cubicBezTo>
                  <a:cubicBezTo>
                    <a:pt x="644" y="4"/>
                    <a:pt x="644" y="4"/>
                    <a:pt x="644" y="4"/>
                  </a:cubicBezTo>
                  <a:cubicBezTo>
                    <a:pt x="644" y="6"/>
                    <a:pt x="643" y="7"/>
                    <a:pt x="643" y="7"/>
                  </a:cubicBezTo>
                  <a:cubicBezTo>
                    <a:pt x="643" y="7"/>
                    <a:pt x="643" y="7"/>
                    <a:pt x="643" y="7"/>
                  </a:cubicBezTo>
                  <a:cubicBezTo>
                    <a:pt x="641" y="10"/>
                    <a:pt x="645" y="6"/>
                    <a:pt x="645" y="8"/>
                  </a:cubicBezTo>
                  <a:cubicBezTo>
                    <a:pt x="644" y="9"/>
                    <a:pt x="641" y="9"/>
                    <a:pt x="640" y="11"/>
                  </a:cubicBezTo>
                  <a:cubicBezTo>
                    <a:pt x="640" y="13"/>
                    <a:pt x="645" y="16"/>
                    <a:pt x="644" y="19"/>
                  </a:cubicBezTo>
                  <a:cubicBezTo>
                    <a:pt x="647" y="21"/>
                    <a:pt x="650" y="23"/>
                    <a:pt x="653" y="24"/>
                  </a:cubicBezTo>
                  <a:cubicBezTo>
                    <a:pt x="654" y="25"/>
                    <a:pt x="649" y="25"/>
                    <a:pt x="652" y="26"/>
                  </a:cubicBezTo>
                  <a:cubicBezTo>
                    <a:pt x="650" y="26"/>
                    <a:pt x="649" y="26"/>
                    <a:pt x="648" y="27"/>
                  </a:cubicBezTo>
                  <a:cubicBezTo>
                    <a:pt x="650" y="27"/>
                    <a:pt x="650" y="30"/>
                    <a:pt x="652" y="28"/>
                  </a:cubicBezTo>
                  <a:cubicBezTo>
                    <a:pt x="653" y="30"/>
                    <a:pt x="654" y="32"/>
                    <a:pt x="653" y="33"/>
                  </a:cubicBezTo>
                  <a:cubicBezTo>
                    <a:pt x="652" y="33"/>
                    <a:pt x="650" y="33"/>
                    <a:pt x="649" y="33"/>
                  </a:cubicBezTo>
                  <a:cubicBezTo>
                    <a:pt x="648" y="34"/>
                    <a:pt x="650" y="34"/>
                    <a:pt x="646" y="34"/>
                  </a:cubicBezTo>
                  <a:cubicBezTo>
                    <a:pt x="638" y="35"/>
                    <a:pt x="640" y="33"/>
                    <a:pt x="639" y="32"/>
                  </a:cubicBezTo>
                  <a:cubicBezTo>
                    <a:pt x="643" y="32"/>
                    <a:pt x="643" y="32"/>
                    <a:pt x="643" y="32"/>
                  </a:cubicBezTo>
                  <a:cubicBezTo>
                    <a:pt x="640" y="32"/>
                    <a:pt x="637" y="32"/>
                    <a:pt x="633" y="32"/>
                  </a:cubicBezTo>
                  <a:cubicBezTo>
                    <a:pt x="635" y="30"/>
                    <a:pt x="640" y="32"/>
                    <a:pt x="643" y="32"/>
                  </a:cubicBezTo>
                  <a:cubicBezTo>
                    <a:pt x="642" y="30"/>
                    <a:pt x="642" y="30"/>
                    <a:pt x="642" y="30"/>
                  </a:cubicBezTo>
                  <a:cubicBezTo>
                    <a:pt x="636" y="29"/>
                    <a:pt x="638" y="31"/>
                    <a:pt x="632" y="30"/>
                  </a:cubicBezTo>
                  <a:cubicBezTo>
                    <a:pt x="634" y="30"/>
                    <a:pt x="634" y="30"/>
                    <a:pt x="634" y="30"/>
                  </a:cubicBezTo>
                  <a:cubicBezTo>
                    <a:pt x="629" y="29"/>
                    <a:pt x="629" y="29"/>
                    <a:pt x="629" y="29"/>
                  </a:cubicBezTo>
                  <a:cubicBezTo>
                    <a:pt x="628" y="30"/>
                    <a:pt x="627" y="31"/>
                    <a:pt x="631" y="31"/>
                  </a:cubicBezTo>
                  <a:cubicBezTo>
                    <a:pt x="626" y="32"/>
                    <a:pt x="627" y="31"/>
                    <a:pt x="621" y="30"/>
                  </a:cubicBezTo>
                  <a:cubicBezTo>
                    <a:pt x="618" y="31"/>
                    <a:pt x="624" y="31"/>
                    <a:pt x="622" y="31"/>
                  </a:cubicBezTo>
                  <a:cubicBezTo>
                    <a:pt x="621" y="32"/>
                    <a:pt x="617" y="32"/>
                    <a:pt x="614" y="31"/>
                  </a:cubicBezTo>
                  <a:cubicBezTo>
                    <a:pt x="609" y="31"/>
                    <a:pt x="614" y="30"/>
                    <a:pt x="613" y="30"/>
                  </a:cubicBezTo>
                  <a:cubicBezTo>
                    <a:pt x="614" y="30"/>
                    <a:pt x="618" y="30"/>
                    <a:pt x="616" y="30"/>
                  </a:cubicBezTo>
                  <a:cubicBezTo>
                    <a:pt x="624" y="30"/>
                    <a:pt x="618" y="29"/>
                    <a:pt x="623" y="29"/>
                  </a:cubicBezTo>
                  <a:cubicBezTo>
                    <a:pt x="619" y="27"/>
                    <a:pt x="617" y="28"/>
                    <a:pt x="615" y="28"/>
                  </a:cubicBezTo>
                  <a:cubicBezTo>
                    <a:pt x="616" y="29"/>
                    <a:pt x="612" y="29"/>
                    <a:pt x="613" y="29"/>
                  </a:cubicBezTo>
                  <a:cubicBezTo>
                    <a:pt x="600" y="30"/>
                    <a:pt x="611" y="27"/>
                    <a:pt x="603" y="27"/>
                  </a:cubicBezTo>
                  <a:cubicBezTo>
                    <a:pt x="602" y="28"/>
                    <a:pt x="589" y="27"/>
                    <a:pt x="591" y="29"/>
                  </a:cubicBezTo>
                  <a:cubicBezTo>
                    <a:pt x="589" y="29"/>
                    <a:pt x="586" y="29"/>
                    <a:pt x="585" y="29"/>
                  </a:cubicBezTo>
                  <a:cubicBezTo>
                    <a:pt x="589" y="28"/>
                    <a:pt x="583" y="28"/>
                    <a:pt x="588" y="27"/>
                  </a:cubicBezTo>
                  <a:cubicBezTo>
                    <a:pt x="586" y="27"/>
                    <a:pt x="586" y="27"/>
                    <a:pt x="586" y="27"/>
                  </a:cubicBezTo>
                  <a:cubicBezTo>
                    <a:pt x="592" y="27"/>
                    <a:pt x="592" y="27"/>
                    <a:pt x="592" y="27"/>
                  </a:cubicBezTo>
                  <a:cubicBezTo>
                    <a:pt x="590" y="26"/>
                    <a:pt x="587" y="24"/>
                    <a:pt x="586" y="24"/>
                  </a:cubicBezTo>
                  <a:cubicBezTo>
                    <a:pt x="581" y="24"/>
                    <a:pt x="586" y="25"/>
                    <a:pt x="580" y="24"/>
                  </a:cubicBezTo>
                  <a:cubicBezTo>
                    <a:pt x="583" y="24"/>
                    <a:pt x="581" y="23"/>
                    <a:pt x="579" y="23"/>
                  </a:cubicBezTo>
                  <a:cubicBezTo>
                    <a:pt x="582" y="24"/>
                    <a:pt x="576" y="24"/>
                    <a:pt x="573" y="24"/>
                  </a:cubicBezTo>
                  <a:cubicBezTo>
                    <a:pt x="569" y="24"/>
                    <a:pt x="567" y="23"/>
                    <a:pt x="568" y="23"/>
                  </a:cubicBezTo>
                  <a:cubicBezTo>
                    <a:pt x="574" y="22"/>
                    <a:pt x="574" y="22"/>
                    <a:pt x="574" y="22"/>
                  </a:cubicBezTo>
                  <a:cubicBezTo>
                    <a:pt x="570" y="23"/>
                    <a:pt x="573" y="22"/>
                    <a:pt x="570" y="22"/>
                  </a:cubicBezTo>
                  <a:cubicBezTo>
                    <a:pt x="568" y="22"/>
                    <a:pt x="564" y="23"/>
                    <a:pt x="562" y="23"/>
                  </a:cubicBezTo>
                  <a:cubicBezTo>
                    <a:pt x="558" y="23"/>
                    <a:pt x="558" y="22"/>
                    <a:pt x="556" y="22"/>
                  </a:cubicBezTo>
                  <a:cubicBezTo>
                    <a:pt x="562" y="22"/>
                    <a:pt x="562" y="22"/>
                    <a:pt x="562" y="22"/>
                  </a:cubicBezTo>
                  <a:cubicBezTo>
                    <a:pt x="556" y="22"/>
                    <a:pt x="564" y="21"/>
                    <a:pt x="556" y="21"/>
                  </a:cubicBezTo>
                  <a:cubicBezTo>
                    <a:pt x="553" y="21"/>
                    <a:pt x="553" y="21"/>
                    <a:pt x="553" y="21"/>
                  </a:cubicBezTo>
                  <a:cubicBezTo>
                    <a:pt x="552" y="21"/>
                    <a:pt x="552" y="21"/>
                    <a:pt x="554" y="20"/>
                  </a:cubicBezTo>
                  <a:cubicBezTo>
                    <a:pt x="552" y="21"/>
                    <a:pt x="548" y="21"/>
                    <a:pt x="546" y="21"/>
                  </a:cubicBezTo>
                  <a:cubicBezTo>
                    <a:pt x="546" y="20"/>
                    <a:pt x="546" y="20"/>
                    <a:pt x="546" y="20"/>
                  </a:cubicBezTo>
                  <a:cubicBezTo>
                    <a:pt x="543" y="20"/>
                    <a:pt x="536" y="21"/>
                    <a:pt x="532" y="21"/>
                  </a:cubicBezTo>
                  <a:cubicBezTo>
                    <a:pt x="534" y="22"/>
                    <a:pt x="538" y="20"/>
                    <a:pt x="543" y="21"/>
                  </a:cubicBezTo>
                  <a:cubicBezTo>
                    <a:pt x="545" y="22"/>
                    <a:pt x="536" y="22"/>
                    <a:pt x="534" y="22"/>
                  </a:cubicBezTo>
                  <a:cubicBezTo>
                    <a:pt x="537" y="21"/>
                    <a:pt x="523" y="22"/>
                    <a:pt x="513" y="25"/>
                  </a:cubicBezTo>
                  <a:cubicBezTo>
                    <a:pt x="507" y="26"/>
                    <a:pt x="500" y="29"/>
                    <a:pt x="500" y="29"/>
                  </a:cubicBezTo>
                  <a:cubicBezTo>
                    <a:pt x="501" y="30"/>
                    <a:pt x="501" y="30"/>
                    <a:pt x="501" y="30"/>
                  </a:cubicBezTo>
                  <a:cubicBezTo>
                    <a:pt x="493" y="32"/>
                    <a:pt x="499" y="34"/>
                    <a:pt x="498" y="36"/>
                  </a:cubicBezTo>
                  <a:cubicBezTo>
                    <a:pt x="496" y="35"/>
                    <a:pt x="494" y="35"/>
                    <a:pt x="494" y="37"/>
                  </a:cubicBezTo>
                  <a:cubicBezTo>
                    <a:pt x="497" y="35"/>
                    <a:pt x="499" y="38"/>
                    <a:pt x="501" y="37"/>
                  </a:cubicBezTo>
                  <a:cubicBezTo>
                    <a:pt x="501" y="39"/>
                    <a:pt x="496" y="37"/>
                    <a:pt x="494" y="38"/>
                  </a:cubicBezTo>
                  <a:cubicBezTo>
                    <a:pt x="497" y="39"/>
                    <a:pt x="494" y="41"/>
                    <a:pt x="498" y="41"/>
                  </a:cubicBezTo>
                  <a:cubicBezTo>
                    <a:pt x="498" y="40"/>
                    <a:pt x="500" y="41"/>
                    <a:pt x="502" y="41"/>
                  </a:cubicBezTo>
                  <a:cubicBezTo>
                    <a:pt x="503" y="43"/>
                    <a:pt x="500" y="41"/>
                    <a:pt x="500" y="43"/>
                  </a:cubicBezTo>
                  <a:cubicBezTo>
                    <a:pt x="501" y="43"/>
                    <a:pt x="504" y="44"/>
                    <a:pt x="504" y="42"/>
                  </a:cubicBezTo>
                  <a:cubicBezTo>
                    <a:pt x="504" y="43"/>
                    <a:pt x="509" y="44"/>
                    <a:pt x="507" y="45"/>
                  </a:cubicBezTo>
                  <a:cubicBezTo>
                    <a:pt x="506" y="46"/>
                    <a:pt x="505" y="44"/>
                    <a:pt x="504" y="45"/>
                  </a:cubicBezTo>
                  <a:cubicBezTo>
                    <a:pt x="505" y="47"/>
                    <a:pt x="510" y="45"/>
                    <a:pt x="513" y="47"/>
                  </a:cubicBezTo>
                  <a:cubicBezTo>
                    <a:pt x="513" y="45"/>
                    <a:pt x="518" y="45"/>
                    <a:pt x="520" y="46"/>
                  </a:cubicBezTo>
                  <a:cubicBezTo>
                    <a:pt x="521" y="49"/>
                    <a:pt x="518" y="45"/>
                    <a:pt x="516" y="47"/>
                  </a:cubicBezTo>
                  <a:cubicBezTo>
                    <a:pt x="517" y="48"/>
                    <a:pt x="517" y="48"/>
                    <a:pt x="517" y="48"/>
                  </a:cubicBezTo>
                  <a:cubicBezTo>
                    <a:pt x="515" y="50"/>
                    <a:pt x="508" y="46"/>
                    <a:pt x="506" y="48"/>
                  </a:cubicBezTo>
                  <a:cubicBezTo>
                    <a:pt x="509" y="49"/>
                    <a:pt x="509" y="49"/>
                    <a:pt x="509" y="49"/>
                  </a:cubicBezTo>
                  <a:cubicBezTo>
                    <a:pt x="507" y="49"/>
                    <a:pt x="505" y="49"/>
                    <a:pt x="504" y="50"/>
                  </a:cubicBezTo>
                  <a:cubicBezTo>
                    <a:pt x="507" y="50"/>
                    <a:pt x="507" y="52"/>
                    <a:pt x="508" y="52"/>
                  </a:cubicBezTo>
                  <a:cubicBezTo>
                    <a:pt x="511" y="52"/>
                    <a:pt x="507" y="52"/>
                    <a:pt x="509" y="51"/>
                  </a:cubicBezTo>
                  <a:cubicBezTo>
                    <a:pt x="510" y="52"/>
                    <a:pt x="514" y="52"/>
                    <a:pt x="515" y="54"/>
                  </a:cubicBezTo>
                  <a:cubicBezTo>
                    <a:pt x="512" y="53"/>
                    <a:pt x="512" y="55"/>
                    <a:pt x="510" y="55"/>
                  </a:cubicBezTo>
                  <a:cubicBezTo>
                    <a:pt x="510" y="56"/>
                    <a:pt x="513" y="55"/>
                    <a:pt x="513" y="56"/>
                  </a:cubicBezTo>
                  <a:cubicBezTo>
                    <a:pt x="512" y="56"/>
                    <a:pt x="512" y="56"/>
                    <a:pt x="512" y="56"/>
                  </a:cubicBezTo>
                  <a:cubicBezTo>
                    <a:pt x="516" y="61"/>
                    <a:pt x="521" y="66"/>
                    <a:pt x="530" y="69"/>
                  </a:cubicBezTo>
                  <a:cubicBezTo>
                    <a:pt x="528" y="70"/>
                    <a:pt x="529" y="72"/>
                    <a:pt x="529" y="74"/>
                  </a:cubicBezTo>
                  <a:cubicBezTo>
                    <a:pt x="529" y="73"/>
                    <a:pt x="531" y="74"/>
                    <a:pt x="532" y="74"/>
                  </a:cubicBezTo>
                  <a:cubicBezTo>
                    <a:pt x="530" y="76"/>
                    <a:pt x="530" y="76"/>
                    <a:pt x="530" y="76"/>
                  </a:cubicBezTo>
                  <a:cubicBezTo>
                    <a:pt x="530" y="78"/>
                    <a:pt x="533" y="79"/>
                    <a:pt x="535" y="80"/>
                  </a:cubicBezTo>
                  <a:cubicBezTo>
                    <a:pt x="535" y="80"/>
                    <a:pt x="534" y="80"/>
                    <a:pt x="534" y="80"/>
                  </a:cubicBezTo>
                  <a:cubicBezTo>
                    <a:pt x="533" y="82"/>
                    <a:pt x="536" y="81"/>
                    <a:pt x="537" y="82"/>
                  </a:cubicBezTo>
                  <a:cubicBezTo>
                    <a:pt x="535" y="83"/>
                    <a:pt x="535" y="83"/>
                    <a:pt x="535" y="83"/>
                  </a:cubicBezTo>
                  <a:cubicBezTo>
                    <a:pt x="537" y="83"/>
                    <a:pt x="537" y="83"/>
                    <a:pt x="537" y="83"/>
                  </a:cubicBezTo>
                  <a:cubicBezTo>
                    <a:pt x="538" y="84"/>
                    <a:pt x="538" y="86"/>
                    <a:pt x="535" y="86"/>
                  </a:cubicBezTo>
                  <a:cubicBezTo>
                    <a:pt x="536" y="86"/>
                    <a:pt x="536" y="87"/>
                    <a:pt x="537" y="86"/>
                  </a:cubicBezTo>
                  <a:cubicBezTo>
                    <a:pt x="536" y="87"/>
                    <a:pt x="535" y="90"/>
                    <a:pt x="535" y="91"/>
                  </a:cubicBezTo>
                  <a:cubicBezTo>
                    <a:pt x="530" y="91"/>
                    <a:pt x="523" y="91"/>
                    <a:pt x="518" y="91"/>
                  </a:cubicBezTo>
                  <a:cubicBezTo>
                    <a:pt x="516" y="91"/>
                    <a:pt x="516" y="91"/>
                    <a:pt x="515" y="91"/>
                  </a:cubicBezTo>
                  <a:cubicBezTo>
                    <a:pt x="510" y="89"/>
                    <a:pt x="499" y="90"/>
                    <a:pt x="493" y="88"/>
                  </a:cubicBezTo>
                  <a:cubicBezTo>
                    <a:pt x="494" y="89"/>
                    <a:pt x="489" y="90"/>
                    <a:pt x="485" y="90"/>
                  </a:cubicBezTo>
                  <a:cubicBezTo>
                    <a:pt x="479" y="90"/>
                    <a:pt x="486" y="88"/>
                    <a:pt x="483" y="87"/>
                  </a:cubicBezTo>
                  <a:cubicBezTo>
                    <a:pt x="480" y="87"/>
                    <a:pt x="476" y="87"/>
                    <a:pt x="475" y="87"/>
                  </a:cubicBezTo>
                  <a:cubicBezTo>
                    <a:pt x="475" y="87"/>
                    <a:pt x="475" y="87"/>
                    <a:pt x="475" y="87"/>
                  </a:cubicBezTo>
                  <a:cubicBezTo>
                    <a:pt x="472" y="87"/>
                    <a:pt x="468" y="87"/>
                    <a:pt x="466" y="86"/>
                  </a:cubicBezTo>
                  <a:cubicBezTo>
                    <a:pt x="466" y="86"/>
                    <a:pt x="466" y="86"/>
                    <a:pt x="466" y="86"/>
                  </a:cubicBezTo>
                  <a:cubicBezTo>
                    <a:pt x="464" y="86"/>
                    <a:pt x="463" y="85"/>
                    <a:pt x="460" y="85"/>
                  </a:cubicBezTo>
                  <a:cubicBezTo>
                    <a:pt x="457" y="85"/>
                    <a:pt x="453" y="84"/>
                    <a:pt x="450" y="85"/>
                  </a:cubicBezTo>
                  <a:cubicBezTo>
                    <a:pt x="450" y="84"/>
                    <a:pt x="450" y="84"/>
                    <a:pt x="450" y="84"/>
                  </a:cubicBezTo>
                  <a:cubicBezTo>
                    <a:pt x="448" y="85"/>
                    <a:pt x="448" y="85"/>
                    <a:pt x="448" y="85"/>
                  </a:cubicBezTo>
                  <a:cubicBezTo>
                    <a:pt x="444" y="84"/>
                    <a:pt x="444" y="84"/>
                    <a:pt x="444" y="84"/>
                  </a:cubicBezTo>
                  <a:cubicBezTo>
                    <a:pt x="446" y="84"/>
                    <a:pt x="447" y="83"/>
                    <a:pt x="448" y="83"/>
                  </a:cubicBezTo>
                  <a:cubicBezTo>
                    <a:pt x="444" y="82"/>
                    <a:pt x="445" y="84"/>
                    <a:pt x="442" y="84"/>
                  </a:cubicBezTo>
                  <a:cubicBezTo>
                    <a:pt x="437" y="84"/>
                    <a:pt x="439" y="83"/>
                    <a:pt x="438" y="83"/>
                  </a:cubicBezTo>
                  <a:cubicBezTo>
                    <a:pt x="440" y="83"/>
                    <a:pt x="440" y="83"/>
                    <a:pt x="441" y="83"/>
                  </a:cubicBezTo>
                  <a:cubicBezTo>
                    <a:pt x="445" y="83"/>
                    <a:pt x="440" y="83"/>
                    <a:pt x="440" y="82"/>
                  </a:cubicBezTo>
                  <a:cubicBezTo>
                    <a:pt x="440" y="82"/>
                    <a:pt x="438" y="83"/>
                    <a:pt x="435" y="82"/>
                  </a:cubicBezTo>
                  <a:cubicBezTo>
                    <a:pt x="433" y="82"/>
                    <a:pt x="428" y="82"/>
                    <a:pt x="430" y="81"/>
                  </a:cubicBezTo>
                  <a:cubicBezTo>
                    <a:pt x="427" y="81"/>
                    <a:pt x="425" y="81"/>
                    <a:pt x="423" y="81"/>
                  </a:cubicBezTo>
                  <a:cubicBezTo>
                    <a:pt x="424" y="81"/>
                    <a:pt x="427" y="82"/>
                    <a:pt x="427" y="82"/>
                  </a:cubicBezTo>
                  <a:cubicBezTo>
                    <a:pt x="425" y="82"/>
                    <a:pt x="421" y="82"/>
                    <a:pt x="421" y="82"/>
                  </a:cubicBezTo>
                  <a:cubicBezTo>
                    <a:pt x="423" y="82"/>
                    <a:pt x="423" y="82"/>
                    <a:pt x="423" y="82"/>
                  </a:cubicBezTo>
                  <a:cubicBezTo>
                    <a:pt x="421" y="82"/>
                    <a:pt x="417" y="81"/>
                    <a:pt x="418" y="82"/>
                  </a:cubicBezTo>
                  <a:cubicBezTo>
                    <a:pt x="417" y="80"/>
                    <a:pt x="417" y="80"/>
                    <a:pt x="417" y="80"/>
                  </a:cubicBezTo>
                  <a:cubicBezTo>
                    <a:pt x="414" y="81"/>
                    <a:pt x="411" y="80"/>
                    <a:pt x="408" y="80"/>
                  </a:cubicBezTo>
                  <a:cubicBezTo>
                    <a:pt x="409" y="79"/>
                    <a:pt x="413" y="79"/>
                    <a:pt x="408" y="78"/>
                  </a:cubicBezTo>
                  <a:cubicBezTo>
                    <a:pt x="402" y="78"/>
                    <a:pt x="402" y="78"/>
                    <a:pt x="402" y="78"/>
                  </a:cubicBezTo>
                  <a:cubicBezTo>
                    <a:pt x="400" y="78"/>
                    <a:pt x="399" y="78"/>
                    <a:pt x="401" y="77"/>
                  </a:cubicBezTo>
                  <a:cubicBezTo>
                    <a:pt x="393" y="76"/>
                    <a:pt x="388" y="78"/>
                    <a:pt x="383" y="77"/>
                  </a:cubicBezTo>
                  <a:cubicBezTo>
                    <a:pt x="387" y="76"/>
                    <a:pt x="385" y="76"/>
                    <a:pt x="383" y="75"/>
                  </a:cubicBezTo>
                  <a:cubicBezTo>
                    <a:pt x="383" y="75"/>
                    <a:pt x="382" y="76"/>
                    <a:pt x="380" y="76"/>
                  </a:cubicBezTo>
                  <a:cubicBezTo>
                    <a:pt x="380" y="76"/>
                    <a:pt x="383" y="75"/>
                    <a:pt x="384" y="76"/>
                  </a:cubicBezTo>
                  <a:cubicBezTo>
                    <a:pt x="384" y="77"/>
                    <a:pt x="381" y="76"/>
                    <a:pt x="379" y="76"/>
                  </a:cubicBezTo>
                  <a:cubicBezTo>
                    <a:pt x="378" y="73"/>
                    <a:pt x="361" y="73"/>
                    <a:pt x="354" y="71"/>
                  </a:cubicBezTo>
                  <a:cubicBezTo>
                    <a:pt x="352" y="72"/>
                    <a:pt x="349" y="71"/>
                    <a:pt x="346" y="71"/>
                  </a:cubicBezTo>
                  <a:cubicBezTo>
                    <a:pt x="349" y="70"/>
                    <a:pt x="340" y="71"/>
                    <a:pt x="339" y="70"/>
                  </a:cubicBezTo>
                  <a:cubicBezTo>
                    <a:pt x="338" y="71"/>
                    <a:pt x="338" y="71"/>
                    <a:pt x="338" y="71"/>
                  </a:cubicBezTo>
                  <a:cubicBezTo>
                    <a:pt x="333" y="70"/>
                    <a:pt x="325" y="71"/>
                    <a:pt x="324" y="70"/>
                  </a:cubicBezTo>
                  <a:cubicBezTo>
                    <a:pt x="321" y="69"/>
                    <a:pt x="327" y="69"/>
                    <a:pt x="329" y="69"/>
                  </a:cubicBezTo>
                  <a:cubicBezTo>
                    <a:pt x="327" y="67"/>
                    <a:pt x="314" y="69"/>
                    <a:pt x="313" y="67"/>
                  </a:cubicBezTo>
                  <a:cubicBezTo>
                    <a:pt x="312" y="67"/>
                    <a:pt x="312" y="68"/>
                    <a:pt x="307" y="68"/>
                  </a:cubicBezTo>
                  <a:cubicBezTo>
                    <a:pt x="305" y="68"/>
                    <a:pt x="299" y="66"/>
                    <a:pt x="300" y="66"/>
                  </a:cubicBezTo>
                  <a:cubicBezTo>
                    <a:pt x="297" y="66"/>
                    <a:pt x="295" y="67"/>
                    <a:pt x="293" y="66"/>
                  </a:cubicBezTo>
                  <a:cubicBezTo>
                    <a:pt x="294" y="66"/>
                    <a:pt x="295" y="66"/>
                    <a:pt x="297" y="66"/>
                  </a:cubicBezTo>
                  <a:cubicBezTo>
                    <a:pt x="292" y="65"/>
                    <a:pt x="287" y="65"/>
                    <a:pt x="282" y="65"/>
                  </a:cubicBezTo>
                  <a:cubicBezTo>
                    <a:pt x="281" y="64"/>
                    <a:pt x="271" y="64"/>
                    <a:pt x="263" y="64"/>
                  </a:cubicBezTo>
                  <a:cubicBezTo>
                    <a:pt x="259" y="65"/>
                    <a:pt x="244" y="65"/>
                    <a:pt x="240" y="69"/>
                  </a:cubicBezTo>
                  <a:cubicBezTo>
                    <a:pt x="240" y="68"/>
                    <a:pt x="238" y="69"/>
                    <a:pt x="237" y="70"/>
                  </a:cubicBezTo>
                  <a:cubicBezTo>
                    <a:pt x="235" y="72"/>
                    <a:pt x="239" y="72"/>
                    <a:pt x="239" y="73"/>
                  </a:cubicBezTo>
                  <a:cubicBezTo>
                    <a:pt x="236" y="73"/>
                    <a:pt x="236" y="73"/>
                    <a:pt x="236" y="73"/>
                  </a:cubicBezTo>
                  <a:cubicBezTo>
                    <a:pt x="233" y="74"/>
                    <a:pt x="237" y="76"/>
                    <a:pt x="236" y="77"/>
                  </a:cubicBezTo>
                  <a:cubicBezTo>
                    <a:pt x="238" y="76"/>
                    <a:pt x="237" y="78"/>
                    <a:pt x="239" y="77"/>
                  </a:cubicBezTo>
                  <a:cubicBezTo>
                    <a:pt x="241" y="78"/>
                    <a:pt x="241" y="78"/>
                    <a:pt x="241" y="78"/>
                  </a:cubicBezTo>
                  <a:cubicBezTo>
                    <a:pt x="243" y="80"/>
                    <a:pt x="242" y="78"/>
                    <a:pt x="245" y="80"/>
                  </a:cubicBezTo>
                  <a:cubicBezTo>
                    <a:pt x="246" y="81"/>
                    <a:pt x="242" y="81"/>
                    <a:pt x="242" y="81"/>
                  </a:cubicBezTo>
                  <a:cubicBezTo>
                    <a:pt x="241" y="82"/>
                    <a:pt x="243" y="82"/>
                    <a:pt x="245" y="83"/>
                  </a:cubicBezTo>
                  <a:cubicBezTo>
                    <a:pt x="245" y="83"/>
                    <a:pt x="245" y="83"/>
                    <a:pt x="246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6" y="84"/>
                    <a:pt x="246" y="84"/>
                    <a:pt x="247" y="84"/>
                  </a:cubicBezTo>
                  <a:cubicBezTo>
                    <a:pt x="247" y="84"/>
                    <a:pt x="247" y="84"/>
                    <a:pt x="247" y="84"/>
                  </a:cubicBezTo>
                  <a:cubicBezTo>
                    <a:pt x="246" y="84"/>
                    <a:pt x="246" y="84"/>
                    <a:pt x="245" y="83"/>
                  </a:cubicBezTo>
                  <a:cubicBezTo>
                    <a:pt x="245" y="84"/>
                    <a:pt x="246" y="84"/>
                    <a:pt x="246" y="84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7" y="85"/>
                    <a:pt x="247" y="85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50" y="87"/>
                    <a:pt x="251" y="87"/>
                  </a:cubicBezTo>
                  <a:cubicBezTo>
                    <a:pt x="252" y="90"/>
                    <a:pt x="260" y="94"/>
                    <a:pt x="263" y="95"/>
                  </a:cubicBezTo>
                  <a:cubicBezTo>
                    <a:pt x="262" y="95"/>
                    <a:pt x="262" y="95"/>
                    <a:pt x="263" y="95"/>
                  </a:cubicBezTo>
                  <a:cubicBezTo>
                    <a:pt x="265" y="96"/>
                    <a:pt x="268" y="96"/>
                    <a:pt x="267" y="96"/>
                  </a:cubicBezTo>
                  <a:cubicBezTo>
                    <a:pt x="269" y="97"/>
                    <a:pt x="266" y="97"/>
                    <a:pt x="268" y="99"/>
                  </a:cubicBezTo>
                  <a:cubicBezTo>
                    <a:pt x="268" y="99"/>
                    <a:pt x="270" y="98"/>
                    <a:pt x="269" y="98"/>
                  </a:cubicBezTo>
                  <a:cubicBezTo>
                    <a:pt x="270" y="101"/>
                    <a:pt x="279" y="102"/>
                    <a:pt x="281" y="105"/>
                  </a:cubicBezTo>
                  <a:cubicBezTo>
                    <a:pt x="280" y="105"/>
                    <a:pt x="279" y="105"/>
                    <a:pt x="278" y="105"/>
                  </a:cubicBezTo>
                  <a:cubicBezTo>
                    <a:pt x="282" y="106"/>
                    <a:pt x="285" y="108"/>
                    <a:pt x="291" y="109"/>
                  </a:cubicBezTo>
                  <a:cubicBezTo>
                    <a:pt x="289" y="109"/>
                    <a:pt x="289" y="109"/>
                    <a:pt x="287" y="109"/>
                  </a:cubicBezTo>
                  <a:cubicBezTo>
                    <a:pt x="289" y="110"/>
                    <a:pt x="292" y="112"/>
                    <a:pt x="295" y="112"/>
                  </a:cubicBezTo>
                  <a:cubicBezTo>
                    <a:pt x="295" y="111"/>
                    <a:pt x="294" y="112"/>
                    <a:pt x="293" y="111"/>
                  </a:cubicBezTo>
                  <a:cubicBezTo>
                    <a:pt x="293" y="110"/>
                    <a:pt x="298" y="111"/>
                    <a:pt x="299" y="112"/>
                  </a:cubicBezTo>
                  <a:cubicBezTo>
                    <a:pt x="299" y="112"/>
                    <a:pt x="299" y="112"/>
                    <a:pt x="299" y="112"/>
                  </a:cubicBezTo>
                  <a:cubicBezTo>
                    <a:pt x="301" y="113"/>
                    <a:pt x="302" y="113"/>
                    <a:pt x="304" y="114"/>
                  </a:cubicBezTo>
                  <a:cubicBezTo>
                    <a:pt x="304" y="115"/>
                    <a:pt x="302" y="114"/>
                    <a:pt x="302" y="115"/>
                  </a:cubicBezTo>
                  <a:cubicBezTo>
                    <a:pt x="299" y="116"/>
                    <a:pt x="304" y="118"/>
                    <a:pt x="304" y="118"/>
                  </a:cubicBezTo>
                  <a:cubicBezTo>
                    <a:pt x="306" y="118"/>
                    <a:pt x="307" y="119"/>
                    <a:pt x="308" y="118"/>
                  </a:cubicBezTo>
                  <a:cubicBezTo>
                    <a:pt x="310" y="119"/>
                    <a:pt x="307" y="119"/>
                    <a:pt x="308" y="120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17" y="121"/>
                    <a:pt x="317" y="123"/>
                    <a:pt x="314" y="122"/>
                  </a:cubicBezTo>
                  <a:cubicBezTo>
                    <a:pt x="318" y="124"/>
                    <a:pt x="324" y="124"/>
                    <a:pt x="328" y="125"/>
                  </a:cubicBezTo>
                  <a:cubicBezTo>
                    <a:pt x="329" y="126"/>
                    <a:pt x="333" y="127"/>
                    <a:pt x="334" y="128"/>
                  </a:cubicBezTo>
                  <a:cubicBezTo>
                    <a:pt x="333" y="129"/>
                    <a:pt x="334" y="127"/>
                    <a:pt x="332" y="128"/>
                  </a:cubicBezTo>
                  <a:cubicBezTo>
                    <a:pt x="332" y="129"/>
                    <a:pt x="332" y="129"/>
                    <a:pt x="332" y="129"/>
                  </a:cubicBezTo>
                  <a:cubicBezTo>
                    <a:pt x="329" y="128"/>
                    <a:pt x="329" y="130"/>
                    <a:pt x="326" y="130"/>
                  </a:cubicBezTo>
                  <a:cubicBezTo>
                    <a:pt x="329" y="131"/>
                    <a:pt x="332" y="133"/>
                    <a:pt x="335" y="135"/>
                  </a:cubicBezTo>
                  <a:cubicBezTo>
                    <a:pt x="336" y="133"/>
                    <a:pt x="340" y="137"/>
                    <a:pt x="343" y="136"/>
                  </a:cubicBezTo>
                  <a:cubicBezTo>
                    <a:pt x="347" y="138"/>
                    <a:pt x="342" y="138"/>
                    <a:pt x="342" y="139"/>
                  </a:cubicBezTo>
                  <a:cubicBezTo>
                    <a:pt x="347" y="140"/>
                    <a:pt x="349" y="143"/>
                    <a:pt x="352" y="144"/>
                  </a:cubicBezTo>
                  <a:cubicBezTo>
                    <a:pt x="352" y="144"/>
                    <a:pt x="352" y="144"/>
                    <a:pt x="351" y="144"/>
                  </a:cubicBezTo>
                  <a:cubicBezTo>
                    <a:pt x="355" y="146"/>
                    <a:pt x="358" y="149"/>
                    <a:pt x="363" y="150"/>
                  </a:cubicBezTo>
                  <a:cubicBezTo>
                    <a:pt x="363" y="150"/>
                    <a:pt x="362" y="150"/>
                    <a:pt x="361" y="150"/>
                  </a:cubicBezTo>
                  <a:cubicBezTo>
                    <a:pt x="362" y="152"/>
                    <a:pt x="366" y="149"/>
                    <a:pt x="367" y="152"/>
                  </a:cubicBezTo>
                  <a:cubicBezTo>
                    <a:pt x="364" y="152"/>
                    <a:pt x="364" y="152"/>
                    <a:pt x="364" y="152"/>
                  </a:cubicBezTo>
                  <a:cubicBezTo>
                    <a:pt x="368" y="153"/>
                    <a:pt x="366" y="155"/>
                    <a:pt x="371" y="156"/>
                  </a:cubicBezTo>
                  <a:cubicBezTo>
                    <a:pt x="370" y="156"/>
                    <a:pt x="369" y="156"/>
                    <a:pt x="368" y="156"/>
                  </a:cubicBezTo>
                  <a:cubicBezTo>
                    <a:pt x="371" y="157"/>
                    <a:pt x="372" y="159"/>
                    <a:pt x="376" y="160"/>
                  </a:cubicBezTo>
                  <a:cubicBezTo>
                    <a:pt x="375" y="160"/>
                    <a:pt x="374" y="160"/>
                    <a:pt x="372" y="160"/>
                  </a:cubicBezTo>
                  <a:cubicBezTo>
                    <a:pt x="372" y="161"/>
                    <a:pt x="377" y="161"/>
                    <a:pt x="376" y="162"/>
                  </a:cubicBezTo>
                  <a:cubicBezTo>
                    <a:pt x="376" y="163"/>
                    <a:pt x="375" y="164"/>
                    <a:pt x="375" y="164"/>
                  </a:cubicBezTo>
                  <a:cubicBezTo>
                    <a:pt x="378" y="164"/>
                    <a:pt x="376" y="167"/>
                    <a:pt x="370" y="167"/>
                  </a:cubicBezTo>
                  <a:cubicBezTo>
                    <a:pt x="370" y="167"/>
                    <a:pt x="368" y="167"/>
                    <a:pt x="365" y="167"/>
                  </a:cubicBezTo>
                  <a:cubicBezTo>
                    <a:pt x="339" y="166"/>
                    <a:pt x="317" y="163"/>
                    <a:pt x="293" y="161"/>
                  </a:cubicBezTo>
                  <a:cubicBezTo>
                    <a:pt x="292" y="159"/>
                    <a:pt x="300" y="161"/>
                    <a:pt x="299" y="160"/>
                  </a:cubicBezTo>
                  <a:cubicBezTo>
                    <a:pt x="297" y="161"/>
                    <a:pt x="295" y="159"/>
                    <a:pt x="288" y="159"/>
                  </a:cubicBezTo>
                  <a:cubicBezTo>
                    <a:pt x="288" y="159"/>
                    <a:pt x="288" y="159"/>
                    <a:pt x="288" y="159"/>
                  </a:cubicBezTo>
                  <a:cubicBezTo>
                    <a:pt x="285" y="158"/>
                    <a:pt x="285" y="157"/>
                    <a:pt x="281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76" y="158"/>
                    <a:pt x="276" y="155"/>
                    <a:pt x="272" y="156"/>
                  </a:cubicBezTo>
                  <a:cubicBezTo>
                    <a:pt x="271" y="155"/>
                    <a:pt x="271" y="155"/>
                    <a:pt x="271" y="155"/>
                  </a:cubicBezTo>
                  <a:cubicBezTo>
                    <a:pt x="265" y="156"/>
                    <a:pt x="267" y="154"/>
                    <a:pt x="261" y="154"/>
                  </a:cubicBezTo>
                  <a:cubicBezTo>
                    <a:pt x="262" y="154"/>
                    <a:pt x="262" y="154"/>
                    <a:pt x="262" y="154"/>
                  </a:cubicBezTo>
                  <a:cubicBezTo>
                    <a:pt x="258" y="153"/>
                    <a:pt x="249" y="154"/>
                    <a:pt x="249" y="152"/>
                  </a:cubicBezTo>
                  <a:cubicBezTo>
                    <a:pt x="244" y="152"/>
                    <a:pt x="239" y="151"/>
                    <a:pt x="236" y="152"/>
                  </a:cubicBezTo>
                  <a:cubicBezTo>
                    <a:pt x="236" y="151"/>
                    <a:pt x="238" y="151"/>
                    <a:pt x="239" y="151"/>
                  </a:cubicBezTo>
                  <a:cubicBezTo>
                    <a:pt x="222" y="149"/>
                    <a:pt x="205" y="145"/>
                    <a:pt x="188" y="144"/>
                  </a:cubicBezTo>
                  <a:cubicBezTo>
                    <a:pt x="188" y="143"/>
                    <a:pt x="189" y="144"/>
                    <a:pt x="190" y="143"/>
                  </a:cubicBezTo>
                  <a:cubicBezTo>
                    <a:pt x="179" y="143"/>
                    <a:pt x="175" y="139"/>
                    <a:pt x="164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60" y="139"/>
                    <a:pt x="159" y="138"/>
                  </a:cubicBezTo>
                  <a:cubicBezTo>
                    <a:pt x="156" y="139"/>
                    <a:pt x="151" y="137"/>
                    <a:pt x="148" y="138"/>
                  </a:cubicBezTo>
                  <a:cubicBezTo>
                    <a:pt x="148" y="137"/>
                    <a:pt x="150" y="137"/>
                    <a:pt x="150" y="137"/>
                  </a:cubicBezTo>
                  <a:cubicBezTo>
                    <a:pt x="147" y="136"/>
                    <a:pt x="139" y="136"/>
                    <a:pt x="136" y="135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22" y="130"/>
                    <a:pt x="100" y="124"/>
                    <a:pt x="79" y="123"/>
                  </a:cubicBezTo>
                  <a:cubicBezTo>
                    <a:pt x="74" y="122"/>
                    <a:pt x="80" y="122"/>
                    <a:pt x="78" y="121"/>
                  </a:cubicBezTo>
                  <a:cubicBezTo>
                    <a:pt x="58" y="120"/>
                    <a:pt x="44" y="114"/>
                    <a:pt x="23" y="113"/>
                  </a:cubicBezTo>
                  <a:cubicBezTo>
                    <a:pt x="10" y="111"/>
                    <a:pt x="0" y="113"/>
                    <a:pt x="0" y="113"/>
                  </a:cubicBezTo>
                  <a:cubicBezTo>
                    <a:pt x="31" y="117"/>
                    <a:pt x="53" y="123"/>
                    <a:pt x="78" y="130"/>
                  </a:cubicBezTo>
                  <a:close/>
                  <a:moveTo>
                    <a:pt x="656" y="33"/>
                  </a:moveTo>
                  <a:cubicBezTo>
                    <a:pt x="656" y="33"/>
                    <a:pt x="656" y="33"/>
                    <a:pt x="656" y="33"/>
                  </a:cubicBezTo>
                  <a:moveTo>
                    <a:pt x="655" y="33"/>
                  </a:moveTo>
                  <a:cubicBezTo>
                    <a:pt x="655" y="33"/>
                    <a:pt x="655" y="33"/>
                    <a:pt x="655" y="33"/>
                  </a:cubicBezTo>
                  <a:cubicBezTo>
                    <a:pt x="656" y="33"/>
                    <a:pt x="656" y="33"/>
                    <a:pt x="655" y="33"/>
                  </a:cubicBezTo>
                  <a:close/>
                  <a:moveTo>
                    <a:pt x="650" y="3"/>
                  </a:moveTo>
                  <a:cubicBezTo>
                    <a:pt x="650" y="3"/>
                    <a:pt x="650" y="4"/>
                    <a:pt x="650" y="4"/>
                  </a:cubicBezTo>
                  <a:cubicBezTo>
                    <a:pt x="650" y="4"/>
                    <a:pt x="649" y="4"/>
                    <a:pt x="648" y="5"/>
                  </a:cubicBezTo>
                  <a:cubicBezTo>
                    <a:pt x="648" y="4"/>
                    <a:pt x="648" y="3"/>
                    <a:pt x="650" y="3"/>
                  </a:cubicBezTo>
                  <a:close/>
                  <a:moveTo>
                    <a:pt x="649" y="34"/>
                  </a:moveTo>
                  <a:cubicBezTo>
                    <a:pt x="650" y="34"/>
                    <a:pt x="651" y="34"/>
                    <a:pt x="653" y="34"/>
                  </a:cubicBezTo>
                  <a:cubicBezTo>
                    <a:pt x="653" y="33"/>
                    <a:pt x="653" y="33"/>
                    <a:pt x="653" y="33"/>
                  </a:cubicBezTo>
                  <a:cubicBezTo>
                    <a:pt x="653" y="34"/>
                    <a:pt x="653" y="34"/>
                    <a:pt x="653" y="34"/>
                  </a:cubicBezTo>
                  <a:cubicBezTo>
                    <a:pt x="654" y="34"/>
                    <a:pt x="655" y="33"/>
                    <a:pt x="655" y="33"/>
                  </a:cubicBezTo>
                  <a:cubicBezTo>
                    <a:pt x="654" y="34"/>
                    <a:pt x="654" y="34"/>
                    <a:pt x="653" y="34"/>
                  </a:cubicBezTo>
                  <a:cubicBezTo>
                    <a:pt x="653" y="34"/>
                    <a:pt x="653" y="35"/>
                    <a:pt x="652" y="35"/>
                  </a:cubicBezTo>
                  <a:cubicBezTo>
                    <a:pt x="652" y="35"/>
                    <a:pt x="652" y="35"/>
                    <a:pt x="652" y="35"/>
                  </a:cubicBezTo>
                  <a:cubicBezTo>
                    <a:pt x="652" y="35"/>
                    <a:pt x="651" y="35"/>
                    <a:pt x="650" y="35"/>
                  </a:cubicBezTo>
                  <a:cubicBezTo>
                    <a:pt x="649" y="35"/>
                    <a:pt x="649" y="35"/>
                    <a:pt x="649" y="35"/>
                  </a:cubicBezTo>
                  <a:cubicBezTo>
                    <a:pt x="647" y="36"/>
                    <a:pt x="650" y="36"/>
                    <a:pt x="648" y="37"/>
                  </a:cubicBezTo>
                  <a:cubicBezTo>
                    <a:pt x="646" y="37"/>
                    <a:pt x="644" y="37"/>
                    <a:pt x="643" y="37"/>
                  </a:cubicBezTo>
                  <a:cubicBezTo>
                    <a:pt x="643" y="36"/>
                    <a:pt x="646" y="35"/>
                    <a:pt x="640" y="34"/>
                  </a:cubicBezTo>
                  <a:cubicBezTo>
                    <a:pt x="644" y="33"/>
                    <a:pt x="649" y="35"/>
                    <a:pt x="649" y="34"/>
                  </a:cubicBezTo>
                  <a:close/>
                  <a:moveTo>
                    <a:pt x="539" y="91"/>
                  </a:moveTo>
                  <a:cubicBezTo>
                    <a:pt x="541" y="91"/>
                    <a:pt x="537" y="92"/>
                    <a:pt x="538" y="92"/>
                  </a:cubicBezTo>
                  <a:cubicBezTo>
                    <a:pt x="537" y="92"/>
                    <a:pt x="535" y="93"/>
                    <a:pt x="535" y="92"/>
                  </a:cubicBezTo>
                  <a:cubicBezTo>
                    <a:pt x="538" y="92"/>
                    <a:pt x="539" y="91"/>
                    <a:pt x="539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6" id="6"/>
          <p:cNvSpPr/>
          <p:nvPr/>
        </p:nvSpPr>
        <p:spPr>
          <a:xfrm>
            <a:off x="1293382" y="2211349"/>
            <a:ext cx="3447888" cy="846001"/>
          </a:xfrm>
          <a:prstGeom prst="rect">
            <a:avLst/>
          </a:prstGeom>
          <a:ln w="12700">
            <a:miter lim="400000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20000"/>
              </a:lnSpc>
            </a:pPr>
            <a:r>
              <a:rPr lang="en-US" b="false" i="false" sz="1400" baseline="0" u="none">
                <a:solidFill>
                  <a:srgbClr val="000000"/>
                </a:solidFill>
                <a:latin typeface="微软雅黑"/>
                <a:ea typeface="微软雅黑"/>
              </a:rPr>
              <a:t>`==`, `&gt;`, `&lt;`, `&gt;=`, `&lt;=`, `!=` evaluate to True/False. Essential for if conditions.</a:t>
            </a:r>
          </a:p>
        </p:txBody>
      </p:sp>
      <p:sp>
        <p:nvSpPr>
          <p:cNvPr name="AutoShape 7" id="7"/>
          <p:cNvSpPr/>
          <p:nvPr/>
        </p:nvSpPr>
        <p:spPr>
          <a:xfrm>
            <a:off x="1293382" y="1735785"/>
            <a:ext cx="3464695" cy="338554"/>
          </a:xfrm>
          <a:prstGeom prst="rect">
            <a:avLst/>
          </a:prstGeom>
          <a:ln w="12700">
            <a:miter lim="400000"/>
          </a:ln>
        </p:spPr>
        <p:txBody>
          <a:bodyPr vert="horz" anchor="ctr" wrap="square" tIns="45720" lIns="91440" bIns="45720" rIns="91440">
            <a:spAutoFit/>
          </a:bodyPr>
          <a:p>
            <a:pPr algn="r" marL="0"/>
            <a:r>
              <a:rPr lang="en-US" b="true" i="false" sz="1600" baseline="0" u="none">
                <a:solidFill>
                  <a:srgbClr val="000000"/>
                </a:solidFill>
                <a:latin typeface="微软雅黑"/>
                <a:ea typeface="微软雅黑"/>
              </a:rPr>
              <a:t>Comparison Operators</a:t>
            </a:r>
          </a:p>
        </p:txBody>
      </p:sp>
      <p:sp>
        <p:nvSpPr>
          <p:cNvPr name="AutoShape 8" id="8"/>
          <p:cNvSpPr/>
          <p:nvPr/>
        </p:nvSpPr>
        <p:spPr>
          <a:xfrm>
            <a:off x="7579019" y="3271169"/>
            <a:ext cx="3447888" cy="846001"/>
          </a:xfrm>
          <a:prstGeom prst="rect">
            <a:avLst/>
          </a:prstGeom>
          <a:ln w="12700">
            <a:miter lim="400000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20000"/>
              </a:lnSpc>
            </a:pPr>
            <a:r>
              <a:rPr lang="en-US" b="false" i="false" sz="1400" baseline="0" u="none">
                <a:solidFill>
                  <a:srgbClr val="000000"/>
                </a:solidFill>
                <a:latin typeface="微软雅黑"/>
                <a:ea typeface="微软雅黑"/>
              </a:rPr>
              <a:t>`age &gt; 18 and eligible == True`. AND requires all true; OR needs one; NOT inverts.</a:t>
            </a:r>
          </a:p>
        </p:txBody>
      </p:sp>
      <p:sp>
        <p:nvSpPr>
          <p:cNvPr name="AutoShape 9" id="9"/>
          <p:cNvSpPr/>
          <p:nvPr/>
        </p:nvSpPr>
        <p:spPr>
          <a:xfrm>
            <a:off x="7579019" y="2795605"/>
            <a:ext cx="3464695" cy="338554"/>
          </a:xfrm>
          <a:prstGeom prst="rect">
            <a:avLst/>
          </a:prstGeom>
          <a:ln w="12700">
            <a:miter lim="400000"/>
          </a:ln>
        </p:spPr>
        <p:txBody>
          <a:bodyPr vert="horz" anchor="ctr" wrap="square" tIns="45720" lIns="91440" bIns="45720" rIns="91440">
            <a:spAutoFit/>
          </a:bodyPr>
          <a:p>
            <a:pPr algn="l" marL="0"/>
            <a:r>
              <a:rPr lang="en-US" b="true" i="false" sz="1600" baseline="0" u="none">
                <a:solidFill>
                  <a:srgbClr val="000000"/>
                </a:solidFill>
                <a:latin typeface="微软雅黑"/>
                <a:ea typeface="微软雅黑"/>
              </a:rPr>
              <a:t>AND, OR, NOT Logic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26119" dur="indefinite" repeatCount="1000" spd="100%" accel="0%" decel="0%" restart="never" nodeType="tmRoot">
          <p:childTnLst>
            <p:seq concurrent="true" nextAc="seek">
              <p:cTn id="26120" dur="indefinite" repeatCount="1000" spd="100%" accel="0%" decel="0%" nodeType="mainSeq">
                <p:childTnLst>
                  <p:par>
                    <p:cTn id="26121" repeatCount="1000" spd="100%" accel="0%" decel="0%" fill="hold">
                      <p:stCondLst>
                        <p:cond delay="indefinite"/>
                        <p:cond evt="onBegin" delay="0">
                          <p:tn val="26120"/>
                        </p:cond>
                      </p:stCondLst>
                      <p:childTnLst>
                        <p:par>
                          <p:cTn id="2612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123" presetID="8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in)" transition="in">
                                      <p:cBhvr>
                                        <p:cTn id="26124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2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2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127" presetID="47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129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30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6128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3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3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133" presetID="2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135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36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37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.0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38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39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40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41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6134" dur="1000" repeatCount="1000" spd="100%" accel="0%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4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144" presetID="24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to="" valueType="num">
                                      <p:cBhvr>
                                        <p:cTn id="26145" dur="1" repeatCount="1000" spd="100%" accel="0%" decel="0%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2614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4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6148" presetID="3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150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51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52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6149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5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Loops for Repetition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28290" dur="indefinite" repeatCount="1000" spd="100%" accel="0%" decel="0%" restart="never" nodeType="tmRoot">
          <p:childTnLst>
            <p:seq concurrent="true" nextAc="seek">
              <p:cTn id="28291" dur="indefinite" repeatCount="1000" spd="100%" accel="0%" decel="0%" nodeType="mainSeq">
                <p:childTnLst>
                  <p:par>
                    <p:cTn id="28292" repeatCount="1000" spd="100%" accel="0%" decel="0%" fill="hold">
                      <p:stCondLst>
                        <p:cond delay="indefinite"/>
                        <p:cond evt="onBegin" delay="0">
                          <p:tn val="28291"/>
                        </p:cond>
                      </p:stCondLst>
                      <p:childTnLst>
                        <p:par>
                          <p:cTn id="2829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8294" presetID="25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296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97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98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.0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99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00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.4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01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02" dur="1000" repeatCount="1000" spd="100%" accel="50000" decel="0%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28295" dur="1000" repeatCount="1000" spd="100%" accel="0%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0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28305" presetID="7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306" dur="2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07" dur="2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308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While Loops Fundamentals</a:t>
            </a:r>
          </a:p>
        </p:txBody>
      </p:sp>
      <p:sp>
        <p:nvSpPr>
          <p:cNvPr name="AutoShape 3" id="3"/>
          <p:cNvSpPr/>
          <p:nvPr/>
        </p:nvSpPr>
        <p:spPr>
          <a:xfrm>
            <a:off x="6365352" y="2098827"/>
            <a:ext cx="4145533" cy="2995687"/>
          </a:xfrm>
          <a:prstGeom prst="roundRect">
            <a:avLst>
              <a:gd name="adj" fmla="val 3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6587551" y="2347532"/>
            <a:ext cx="3442568" cy="338554"/>
          </a:xfrm>
          <a:prstGeom prst="rect">
            <a:avLst/>
          </a:prstGeom>
          <a:noFill/>
          <a:ln>
            <a:noFill/>
          </a:ln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Break and Continue Control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587551" y="3025135"/>
            <a:ext cx="3649958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`break` exits loop early; `continue` skips iteration. Enhances flow in repetitive tasks.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>
            <a:off x="6693031" y="2859286"/>
            <a:ext cx="3337088" cy="0"/>
          </a:xfrm>
          <a:prstGeom prst="line">
            <a:avLst/>
          </a:prstGeom>
          <a:ln w="9525">
            <a:solidFill>
              <a:schemeClr val="tx1">
                <a:alpha val="20000"/>
                <a:lumMod val="50000"/>
                <a:lumOff val="50000"/>
              </a:schemeClr>
            </a:solidFill>
          </a:ln>
        </p:spPr>
      </p:cxnSp>
      <p:sp>
        <p:nvSpPr>
          <p:cNvPr name="AutoShape 7" id="7"/>
          <p:cNvSpPr/>
          <p:nvPr/>
        </p:nvSpPr>
        <p:spPr>
          <a:xfrm>
            <a:off x="1681115" y="2098827"/>
            <a:ext cx="4145533" cy="2995687"/>
          </a:xfrm>
          <a:prstGeom prst="roundRect">
            <a:avLst>
              <a:gd name="adj" fmla="val 3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1903314" y="2347532"/>
            <a:ext cx="3442568" cy="338554"/>
          </a:xfrm>
          <a:prstGeom prst="rect">
            <a:avLst/>
          </a:prstGeom>
          <a:noFill/>
          <a:ln>
            <a:noFill/>
          </a:ln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Condition-Based Iteration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1903314" y="3025135"/>
            <a:ext cx="3649958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`while i &lt;= 50: print(i); i += 1`. Runs until false; use counters to avoid infinite loops.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>
            <a:off x="2008794" y="2859286"/>
            <a:ext cx="3337088" cy="0"/>
          </a:xfrm>
          <a:prstGeom prst="line">
            <a:avLst/>
          </a:prstGeom>
          <a:ln w="9525">
            <a:solidFill>
              <a:schemeClr val="tx1">
                <a:alpha val="20000"/>
                <a:lumMod val="50000"/>
                <a:lumOff val="50000"/>
              </a:schemeClr>
            </a:solidFill>
          </a:ln>
        </p:spPr>
      </p:cxnSp>
      <p:sp>
        <p:nvSpPr>
          <p:cNvPr name="TextBox 11" id="11"/>
          <p:cNvSpPr txBox="true"/>
          <p:nvPr/>
        </p:nvSpPr>
        <p:spPr>
          <a:xfrm>
            <a:off x="4541886" y="1844951"/>
            <a:ext cx="1418311" cy="478020"/>
          </a:xfrm>
          <a:prstGeom prst="roundRect">
            <a:avLst>
              <a:gd name="adj" fmla="val 0"/>
            </a:avLst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800" baseline="0" u="none">
                <a:solidFill>
                  <a:srgbClr val="000000"/>
                </a:solidFill>
                <a:latin typeface="微软雅黑"/>
                <a:ea typeface="微软雅黑"/>
              </a:rPr>
              <a:t>01.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9167982" y="1844951"/>
            <a:ext cx="1418311" cy="478020"/>
          </a:xfrm>
          <a:prstGeom prst="roundRect">
            <a:avLst>
              <a:gd name="adj" fmla="val 0"/>
            </a:avLst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800" baseline="0" u="none">
                <a:solidFill>
                  <a:srgbClr val="000000"/>
                </a:solidFill>
                <a:latin typeface="微软雅黑"/>
                <a:ea typeface="微软雅黑"/>
              </a:rPr>
              <a:t>02.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30800" dur="indefinite" repeatCount="1000" spd="100%" accel="0%" decel="0%" restart="never" nodeType="tmRoot">
          <p:childTnLst>
            <p:seq concurrent="true" nextAc="seek">
              <p:cTn id="30801" dur="indefinite" repeatCount="1000" spd="100%" accel="0%" decel="0%" nodeType="mainSeq">
                <p:childTnLst>
                  <p:par>
                    <p:cTn id="30802" repeatCount="1000" spd="100%" accel="0%" decel="0%" fill="hold">
                      <p:stCondLst>
                        <p:cond delay="indefinite"/>
                        <p:cond evt="onBegin" delay="0">
                          <p:tn val="30801"/>
                        </p:cond>
                      </p:stCondLst>
                      <p:childTnLst>
                        <p:par>
                          <p:cTn id="3080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804" presetID="16" presetClass="entr" presetSubtype="2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in">
                                      <p:cBhvr>
                                        <p:cTn id="30805" dur="5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06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0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808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0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1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811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812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13" dur="2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814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1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816" presetID="1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in">
                                      <p:cBhvr>
                                        <p:cTn id="30817" dur="1000" repeatCount="1000" spd="100%" accel="0%" decel="0%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1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1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820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21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2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823" presetID="5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in">
                                      <p:cBhvr>
                                        <p:cTn id="30824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2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2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0827" presetID="2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 transition="in">
                                      <p:cBhvr>
                                        <p:cTn id="30828" dur="5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2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For Loops and Sequences</a:t>
            </a:r>
          </a:p>
        </p:txBody>
      </p:sp>
      <p:sp>
        <p:nvSpPr>
          <p:cNvPr name="Freeform 3" id="3"/>
          <p:cNvSpPr/>
          <p:nvPr/>
        </p:nvSpPr>
        <p:spPr>
          <a:xfrm>
            <a:off x="1018775" y="1294102"/>
            <a:ext cx="4259179" cy="4843173"/>
          </a:xfrm>
          <a:custGeom>
            <a:avLst/>
            <a:gdLst/>
            <a:ahLst/>
            <a:cxnLst/>
            <a:rect r="r" b="b" t="t" l="l"/>
            <a:pathLst>
              <a:path w="3090098" h="2061095" stroke="true" fill="norm" extrusionOk="true">
                <a:moveTo>
                  <a:pt x="0" y="0"/>
                </a:moveTo>
                <a:lnTo>
                  <a:pt x="3090098" y="0"/>
                </a:lnTo>
                <a:lnTo>
                  <a:pt x="3090098" y="2061095"/>
                </a:lnTo>
                <a:lnTo>
                  <a:pt x="0" y="2061095"/>
                </a:lnTo>
                <a:lnTo>
                  <a:pt x="0" y="0"/>
                </a:lnTo>
                <a:close/>
              </a:path>
            </a:pathLst>
          </a:custGeom>
          <a:gradFill rotWithShape="true" flip="none">
            <a:gsLst>
              <a:gs pos="0">
                <a:schemeClr val="accent1">
                  <a:alpha val="80000"/>
                  <a:lumMod val="40000"/>
                  <a:lumOff val="60000"/>
                </a:schemeClr>
              </a:gs>
              <a:gs pos="85000">
                <a:schemeClr val="accent1">
                  <a:alpha val="90000"/>
                  <a:lumMod val="10000"/>
                  <a:lumOff val="90000"/>
                </a:schemeClr>
              </a:gs>
            </a:gsLst>
            <a:lin ang="5400000"/>
          </a:gradFill>
          <a:ln w="12700" cap="flat" cmpd="sng">
            <a:solidFill>
              <a:schemeClr val="accent1">
                <a:alpha val="90000"/>
                <a:lumOff val="0"/>
                <a:satOff val="0"/>
                <a:tint val="40000"/>
              </a:schemeClr>
            </a:solidFill>
            <a:prstDash val="solid"/>
          </a:ln>
          <a:scene3d>
            <a:camera prst="perspectiveRight" zoom="100%"/>
            <a:lightRig rig="threePt" dir="t"/>
          </a:scene3d>
        </p:spPr>
        <p:txBody>
          <a:bodyPr vert="horz" anchor="ctr" wrap="square" tIns="433832" lIns="494416" bIns="433832" rIns="433832">
            <a:spAutoFit/>
          </a:bodyPr>
          <a:p>
            <a:pPr algn="just" mar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</a:p>
        </p:txBody>
      </p:sp>
      <p:sp>
        <p:nvSpPr>
          <p:cNvPr name="TextBox 4" id="4"/>
          <p:cNvSpPr txBox="true"/>
          <p:nvPr/>
        </p:nvSpPr>
        <p:spPr>
          <a:xfrm>
            <a:off x="1438373" y="1813474"/>
            <a:ext cx="3272126" cy="246221"/>
          </a:xfrm>
          <a:prstGeom prst="rect">
            <a:avLst/>
          </a:prstGeom>
          <a:noFill/>
          <a:scene3d>
            <a:camera prst="perspectiveRight" zoom="100%"/>
            <a:lightRig rig="threePt" dir="t"/>
          </a:scene3d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Iterating Lists or Ranges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>
            <a:off x="1438373" y="2254807"/>
            <a:ext cx="2483052" cy="0"/>
          </a:xfrm>
          <a:prstGeom prst="line">
            <a:avLst/>
          </a:prstGeom>
          <a:ln w="12700">
            <a:solidFill>
              <a:schemeClr val="accent5"/>
            </a:solidFill>
          </a:ln>
        </p:spPr>
      </p:cxnSp>
      <p:sp>
        <p:nvSpPr>
          <p:cNvPr name="Freeform 6" id="6"/>
          <p:cNvSpPr/>
          <p:nvPr/>
        </p:nvSpPr>
        <p:spPr>
          <a:xfrm>
            <a:off x="6568502" y="1230882"/>
            <a:ext cx="4518097" cy="4906393"/>
          </a:xfrm>
          <a:custGeom>
            <a:avLst/>
            <a:gdLst/>
            <a:ahLst/>
            <a:cxnLst/>
            <a:rect r="r" b="b" t="t" l="l"/>
            <a:pathLst>
              <a:path w="3090098" h="2061095" stroke="true" fill="norm" extrusionOk="true">
                <a:moveTo>
                  <a:pt x="0" y="0"/>
                </a:moveTo>
                <a:lnTo>
                  <a:pt x="3090098" y="0"/>
                </a:lnTo>
                <a:lnTo>
                  <a:pt x="3090098" y="2061095"/>
                </a:lnTo>
                <a:lnTo>
                  <a:pt x="0" y="2061095"/>
                </a:lnTo>
                <a:lnTo>
                  <a:pt x="0" y="0"/>
                </a:lnTo>
                <a:close/>
              </a:path>
            </a:pathLst>
          </a:custGeom>
          <a:gradFill rotWithShape="true" flip="none">
            <a:gsLst>
              <a:gs pos="0">
                <a:schemeClr val="accent1">
                  <a:alpha val="80000"/>
                  <a:lumMod val="40000"/>
                  <a:lumOff val="60000"/>
                </a:schemeClr>
              </a:gs>
              <a:gs pos="85000">
                <a:schemeClr val="accent1">
                  <a:alpha val="90000"/>
                  <a:lumMod val="10000"/>
                  <a:lumOff val="90000"/>
                </a:schemeClr>
              </a:gs>
            </a:gsLst>
            <a:lin ang="5400000"/>
          </a:gradFill>
          <a:ln w="12700" cap="flat" cmpd="sng">
            <a:solidFill>
              <a:schemeClr val="accent1">
                <a:alpha val="90000"/>
                <a:lumOff val="0"/>
                <a:satOff val="0"/>
                <a:tint val="40000"/>
              </a:schemeClr>
            </a:solidFill>
            <a:prstDash val="solid"/>
          </a:ln>
          <a:scene3d>
            <a:camera prst="perspectiveLeft" zoom="100%"/>
            <a:lightRig rig="threePt" dir="t"/>
          </a:scene3d>
        </p:spPr>
        <p:txBody>
          <a:bodyPr vert="horz" anchor="ctr" wrap="square" tIns="433832" lIns="494416" bIns="433832" rIns="433832">
            <a:spAutoFit/>
          </a:bodyPr>
          <a:p>
            <a:pPr algn="just" mar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</a:p>
        </p:txBody>
      </p:sp>
      <p:sp>
        <p:nvSpPr>
          <p:cNvPr name="TextBox 7" id="7"/>
          <p:cNvSpPr txBox="true"/>
          <p:nvPr/>
        </p:nvSpPr>
        <p:spPr>
          <a:xfrm>
            <a:off x="6918665" y="1757034"/>
            <a:ext cx="3942383" cy="246221"/>
          </a:xfrm>
          <a:prstGeom prst="rect">
            <a:avLst/>
          </a:prstGeom>
          <a:noFill/>
          <a:scene3d>
            <a:camera prst="perspectiveLeft" zoom="100%"/>
            <a:lightRig rig="threePt" dir="t"/>
          </a:scene3d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ln/>
                <a:solidFill>
                  <a:srgbClr val="000000"/>
                </a:solidFill>
                <a:effectLst/>
                <a:latin typeface="微软雅黑"/>
                <a:ea typeface="微软雅黑"/>
              </a:rPr>
              <a:t>Nested Loops Applications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918666" y="2492506"/>
            <a:ext cx="3747003" cy="2224070"/>
          </a:xfrm>
          <a:prstGeom prst="rect">
            <a:avLst/>
          </a:prstGeom>
          <a:noFill/>
          <a:scene3d>
            <a:camera prst="perspectiveLeft" zoom="100%"/>
            <a:lightRig rig="threePt" dir="t"/>
          </a:scene3d>
        </p:spPr>
        <p:txBody>
          <a:bodyPr anchor="t" rtlCol="false" vert="horz" wrap="square" tIns="0" lIns="0" bIns="0" rIns="0">
            <a:spAutoFit/>
          </a:bodyPr>
          <a:lstStyle/>
          <a:p>
            <a:pPr algn="just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Combine for matrices or patterns. Print numbers 1-50 demonstrates practical efficiency.</a:t>
            </a:r>
            <a:endParaRPr lang="en-US" sz="1100"/>
          </a:p>
          <a:p>
            <a:pPr algn="just" marL="0">
              <a:lnSpc>
                <a:spcPct val="150000"/>
              </a:lnSpc>
            </a:pPr>
          </a:p>
        </p:txBody>
      </p:sp>
      <p:cxnSp>
        <p:nvCxnSpPr>
          <p:cNvPr name="Connector 9" id="9"/>
          <p:cNvCxnSpPr/>
          <p:nvPr/>
        </p:nvCxnSpPr>
        <p:spPr>
          <a:xfrm>
            <a:off x="6918665" y="2167723"/>
            <a:ext cx="2633998" cy="0"/>
          </a:xfrm>
          <a:prstGeom prst="line">
            <a:avLst/>
          </a:prstGeom>
          <a:ln w="12700">
            <a:solidFill>
              <a:schemeClr val="accent5"/>
            </a:solidFill>
          </a:ln>
        </p:spPr>
      </p:cxnSp>
      <p:cxnSp>
        <p:nvCxnSpPr>
          <p:cNvPr name="Connector 10" id="10"/>
          <p:cNvCxnSpPr/>
          <p:nvPr/>
        </p:nvCxnSpPr>
        <p:spPr>
          <a:xfrm flipH="true">
            <a:off x="5758488" y="3226881"/>
            <a:ext cx="0" cy="2335457"/>
          </a:xfrm>
          <a:prstGeom prst="line">
            <a:avLst/>
          </a:prstGeom>
          <a:ln w="19050">
            <a:gradFill>
              <a:gsLst>
                <a:gs pos="0">
                  <a:schemeClr val="accent1"/>
                </a:gs>
                <a:gs pos="100000">
                  <a:schemeClr val="accent1">
                    <a:lumMod val="5000"/>
                    <a:lumOff val="95000"/>
                  </a:schemeClr>
                </a:gs>
              </a:gsLst>
              <a:lin ang="5400000"/>
            </a:gradFill>
          </a:ln>
        </p:spPr>
      </p:cxnSp>
      <p:cxnSp>
        <p:nvCxnSpPr>
          <p:cNvPr name="Connector 11" id="11"/>
          <p:cNvCxnSpPr/>
          <p:nvPr/>
        </p:nvCxnSpPr>
        <p:spPr>
          <a:xfrm flipH="true">
            <a:off x="6252693" y="1046563"/>
            <a:ext cx="0" cy="2571831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  <a:lumMod val="5000"/>
                    <a:lumOff val="95000"/>
                  </a:schemeClr>
                </a:gs>
              </a:gsLst>
              <a:lin ang="5400000"/>
            </a:gradFill>
          </a:ln>
        </p:spPr>
      </p:cxnSp>
      <p:sp>
        <p:nvSpPr>
          <p:cNvPr name="TextBox 12" id="12"/>
          <p:cNvSpPr txBox="true"/>
          <p:nvPr/>
        </p:nvSpPr>
        <p:spPr>
          <a:xfrm>
            <a:off x="1169850" y="2503987"/>
            <a:ext cx="3747003" cy="1900905"/>
          </a:xfrm>
          <a:prstGeom prst="rect">
            <a:avLst/>
          </a:prstGeom>
          <a:noFill/>
          <a:scene3d>
            <a:camera prst="perspectiveLeft" zoom="100%"/>
            <a:lightRig rig="threePt" dir="t"/>
          </a:scene3d>
        </p:spPr>
        <p:txBody>
          <a:bodyPr anchor="t" rtlCol="false" vert="horz" wrap="square" tIns="0" lIns="0" bIns="0" rIns="0">
            <a:spAutoFit/>
          </a:bodyPr>
          <a:lstStyle/>
          <a:p>
            <a:pPr algn="just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`for i in range(1,51): print(i)`. Efficient for known iterations over lists or numbers.</a:t>
            </a:r>
            <a:endParaRPr lang="en-US" sz="1100"/>
          </a:p>
        </p:txBody>
      </p:sp>
    </p:spTree>
  </p:cSld>
  <p:clrMapOvr>
    <a:masterClrMapping/>
  </p:clrMapOvr>
  <p:transition spd="slow">
    <p:blinds dir="horz"/>
  </p:transition>
  <p:timing>
    <p:tnLst>
      <p:par>
        <p:cTn id="32881" dur="indefinite" repeatCount="1000" spd="100%" accel="0%" decel="0%" restart="never" nodeType="tmRoot">
          <p:childTnLst>
            <p:seq concurrent="true" nextAc="seek">
              <p:cTn id="32882" dur="indefinite" repeatCount="1000" spd="100%" accel="0%" decel="0%" nodeType="mainSeq">
                <p:childTnLst>
                  <p:par>
                    <p:cTn id="32883" repeatCount="1000" spd="100%" accel="0%" decel="0%" fill="hold">
                      <p:stCondLst>
                        <p:cond delay="indefinite"/>
                        <p:cond evt="onBegin" delay="0">
                          <p:tn val="32882"/>
                        </p:cond>
                      </p:stCondLst>
                      <p:childTnLst>
                        <p:par>
                          <p:cTn id="3288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885" presetID="6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ircle(in)" transition="in">
                                      <p:cBhvr>
                                        <p:cTn id="32886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8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8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889" presetID="21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1)" transition="in">
                                      <p:cBhvr>
                                        <p:cTn id="32890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9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9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893" presetID="6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ircle(out)" transition="in">
                                      <p:cBhvr>
                                        <p:cTn id="32894" dur="10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9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897" presetID="4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899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00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01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36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2898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0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0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2904" presetID="23" presetClass="entr" presetSubtype="28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905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/3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06" dur="5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4/3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90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Functions and Modules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34702" dur="indefinite" repeatCount="1000" spd="100%" accel="0%" decel="0%" restart="never" nodeType="tmRoot">
          <p:childTnLst>
            <p:seq concurrent="true" nextAc="seek">
              <p:cTn id="34703" dur="indefinite" repeatCount="1000" spd="100%" accel="0%" decel="0%" nodeType="mainSeq">
                <p:childTnLst>
                  <p:par>
                    <p:cTn id="34704" repeatCount="1000" spd="100%" accel="0%" decel="0%" fill="hold">
                      <p:stCondLst>
                        <p:cond delay="indefinite"/>
                        <p:cond evt="onBegin" delay="0">
                          <p:tn val="34703"/>
                        </p:cond>
                      </p:stCondLst>
                      <p:childTnLst>
                        <p:par>
                          <p:cTn id="3470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706" presetID="4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708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09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4707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1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1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4712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713" dur="2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14" dur="2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71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dk1">
                    <a:lumMod val="100000"/>
                  </a:schemeClr>
                </a:solidFill>
                <a:latin typeface="微软雅黑"/>
                <a:ea typeface="微软雅黑"/>
              </a:rPr>
              <a:t>Defining and Calling Functions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4673252" y="2215802"/>
            <a:ext cx="2832797" cy="2832797"/>
          </a:xfrm>
          <a:prstGeom prst="ellipse">
            <a:avLst/>
          </a:prstGeom>
          <a:ln w="12700">
            <a:solidFill>
              <a:schemeClr val="tx1">
                <a:alpha val="20000"/>
                <a:lumMod val="50000"/>
                <a:lumOff val="50000"/>
              </a:schemeClr>
            </a:solidFill>
            <a:prstDash val="dash"/>
            <a:tailEnd type="triangle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3920138" y="4748738"/>
            <a:ext cx="176633" cy="176633"/>
          </a:xfrm>
          <a:prstGeom prst="ellipse">
            <a:avLst/>
          </a:prstGeom>
          <a:solidFill>
            <a:schemeClr val="tx1">
              <a:alpha val="30000"/>
              <a:lumMod val="50000"/>
              <a:lumOff val="50000"/>
            </a:scheme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737111" y="2253387"/>
            <a:ext cx="3152163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`def average(a,b,c): return (a+b+c)/3`. Parameters input values; return outputs results.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15872" y="4615154"/>
            <a:ext cx="2990759" cy="461665"/>
          </a:xfrm>
          <a:prstGeom prst="rect">
            <a:avLst/>
          </a:prstGeom>
          <a:noFill/>
          <a:ln>
            <a:noFill/>
          </a:ln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en-US" b="true" i="false" sz="2400" baseline="0" u="none">
                <a:solidFill>
                  <a:srgbClr val="000000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4463132" y="4043023"/>
            <a:ext cx="638288" cy="638285"/>
            <a:chOff x="4790382" y="2174307"/>
            <a:chExt cx="674314" cy="674311"/>
          </a:xfrm>
          <a:solidFill>
            <a:srgbClr val="D8D8D8"/>
          </a:solidFill>
        </p:grpSpPr>
        <p:sp>
          <p:nvSpPr>
            <p:cNvPr name="AutoShape 8" id="8"/>
            <p:cNvSpPr/>
            <p:nvPr/>
          </p:nvSpPr>
          <p:spPr>
            <a:xfrm>
              <a:off x="4790382" y="2174307"/>
              <a:ext cx="674314" cy="674311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grpSp>
          <p:nvGrpSpPr>
            <p:cNvPr name="Group 9" id="9"/>
            <p:cNvGrpSpPr/>
            <p:nvPr/>
          </p:nvGrpSpPr>
          <p:grpSpPr>
            <a:xfrm>
              <a:off x="4790382" y="2174307"/>
              <a:ext cx="674314" cy="674311"/>
              <a:chOff x="4790382" y="2133907"/>
              <a:chExt cx="674314" cy="674311"/>
            </a:xfrm>
            <a:grpFill/>
          </p:grpSpPr>
          <p:sp>
            <p:nvSpPr>
              <p:cNvPr name="AutoShape 10" id="10"/>
              <p:cNvSpPr/>
              <p:nvPr/>
            </p:nvSpPr>
            <p:spPr>
              <a:xfrm>
                <a:off x="4790382" y="2133907"/>
                <a:ext cx="674314" cy="674311"/>
              </a:xfrm>
              <a:prstGeom prst="ellipse">
                <a:avLst/>
              </a:prstGeom>
              <a:grpFill/>
              <a:ln cap="rnd">
                <a:noFill/>
                <a:prstDash val="solid"/>
              </a:ln>
              <a:effectLst/>
            </p:spPr>
            <p:txBody>
              <a:bodyPr vert="horz" rot="0" anchor="ctr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ctr" marL="0"/>
              </a:p>
            </p:txBody>
          </p:sp>
          <p:sp>
            <p:nvSpPr>
              <p:cNvPr name="Freeform 11" id="11"/>
              <p:cNvSpPr/>
              <p:nvPr/>
            </p:nvSpPr>
            <p:spPr>
              <a:xfrm>
                <a:off x="4971522" y="2354050"/>
                <a:ext cx="312035" cy="234025"/>
              </a:xfrm>
              <a:custGeom>
                <a:avLst/>
                <a:gdLst/>
                <a:ahLst/>
                <a:cxnLst/>
                <a:rect r="r" b="b" t="t" l="l"/>
                <a:pathLst>
                  <a:path w="533400" h="400050" stroke="true" fill="norm" extrusionOk="true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vert="horz" anchor="t" tIns="45720" lIns="91440" bIns="45720" rIns="91440">
                <a:normAutofit/>
              </a:bodyPr>
              <a:p>
                <a:pPr algn="l" marL="0"/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>
            <a:off x="742682" y="1578507"/>
            <a:ext cx="314659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Basic Function Syntax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310863" y="3462923"/>
            <a:ext cx="314659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Scope and Reusability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301728" y="3927481"/>
            <a:ext cx="3164862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Local variables inaccessible outside. Modules import with `import math` for extended functionality.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8062466" y="3142475"/>
            <a:ext cx="176633" cy="1766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6" id="16"/>
          <p:cNvSpPr txBox="true"/>
          <p:nvPr/>
        </p:nvSpPr>
        <p:spPr>
          <a:xfrm>
            <a:off x="8290027" y="2967335"/>
            <a:ext cx="3164862" cy="461665"/>
          </a:xfrm>
          <a:prstGeom prst="rect">
            <a:avLst/>
          </a:prstGeom>
          <a:noFill/>
          <a:ln>
            <a:noFill/>
          </a:ln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400" baseline="0" u="none">
                <a:solidFill>
                  <a:srgbClr val="000000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grpSp>
        <p:nvGrpSpPr>
          <p:cNvPr name="Group 17" id="17"/>
          <p:cNvGrpSpPr/>
          <p:nvPr/>
        </p:nvGrpSpPr>
        <p:grpSpPr>
          <a:xfrm>
            <a:off x="7102282" y="2544863"/>
            <a:ext cx="638288" cy="638285"/>
            <a:chOff x="4669386" y="1968240"/>
            <a:chExt cx="444222" cy="444220"/>
          </a:xfrm>
        </p:grpSpPr>
        <p:sp>
          <p:nvSpPr>
            <p:cNvPr name="AutoShape 18" id="18"/>
            <p:cNvSpPr/>
            <p:nvPr/>
          </p:nvSpPr>
          <p:spPr>
            <a:xfrm>
              <a:off x="4669386" y="1968240"/>
              <a:ext cx="444222" cy="444220"/>
            </a:xfrm>
            <a:prstGeom prst="ellipse">
              <a:avLst/>
            </a:prstGeom>
            <a:solidFill>
              <a:schemeClr val="accent1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9" id="19"/>
            <p:cNvSpPr/>
            <p:nvPr/>
          </p:nvSpPr>
          <p:spPr>
            <a:xfrm>
              <a:off x="4788717" y="2104784"/>
              <a:ext cx="205561" cy="171132"/>
            </a:xfrm>
            <a:custGeom>
              <a:avLst/>
              <a:gdLst/>
              <a:ahLst/>
              <a:cxnLst/>
              <a:rect r="r" b="b" t="t" l="l"/>
              <a:pathLst>
                <a:path w="526297" h="438150" stroke="true" fill="norm" extrusionOk="true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36261" dur="indefinite" repeatCount="1000" spd="100%" accel="0%" decel="0%" restart="never" nodeType="tmRoot">
          <p:childTnLst>
            <p:seq concurrent="true" nextAc="seek">
              <p:cTn id="36262" dur="indefinite" repeatCount="1000" spd="100%" accel="0%" decel="0%" nodeType="mainSeq">
                <p:childTnLst>
                  <p:par>
                    <p:cTn id="36263" repeatCount="1000" spd="100%" accel="0%" decel="0%" fill="hold">
                      <p:stCondLst>
                        <p:cond delay="indefinite"/>
                        <p:cond evt="onBegin" delay="0">
                          <p:tn val="36262"/>
                        </p:cond>
                      </p:stCondLst>
                      <p:childTnLst>
                        <p:par>
                          <p:cTn id="3626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265" presetID="16" presetClass="entr" presetSubtype="2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in">
                                      <p:cBhvr>
                                        <p:cTn id="36266" dur="5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6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6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269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7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272" presetID="1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273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74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75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76" dur="500" repeatCount="1000" spd="100%" accel="0%" decel="0%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627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7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279" presetID="7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280" dur="2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81" dur="2000" repeatCount="1000" spd="100%" accel="0%" decel="0%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282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8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284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85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8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287" presetID="41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6289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90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91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92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36288" dur="1000" repeatCount="1000" spd="100%" accel="0%" decel="0%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9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9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6295" presetID="8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in)" transition="in">
                                      <p:cBhvr>
                                        <p:cTn id="36296" dur="1000" repeatCount="1000" spd="100%" accel="0%" decel="0%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9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13"/>
    </p:bldLst>
  </p:timing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660399" y="1988157"/>
            <a:ext cx="5211884" cy="3288086"/>
            <a:chOff x="660399" y="1988157"/>
            <a:chExt cx="5211884" cy="3288086"/>
          </a:xfrm>
        </p:grpSpPr>
        <p:sp>
          <p:nvSpPr>
            <p:cNvPr name="AutoShape 3" id="3"/>
            <p:cNvSpPr/>
            <p:nvPr/>
          </p:nvSpPr>
          <p:spPr>
            <a:xfrm>
              <a:off x="660399" y="1988157"/>
              <a:ext cx="5211884" cy="3288086"/>
            </a:xfrm>
            <a:prstGeom prst="roundRect">
              <a:avLst>
                <a:gd name="adj" fmla="val 800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cxnSp>
          <p:nvCxnSpPr>
            <p:cNvPr name="Connector 4" id="4"/>
            <p:cNvCxnSpPr/>
            <p:nvPr/>
          </p:nvCxnSpPr>
          <p:spPr>
            <a:xfrm>
              <a:off x="679450" y="2977391"/>
              <a:ext cx="0" cy="145952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</p:cxnSp>
      </p:grpSp>
      <p:sp>
        <p:nvSpPr>
          <p:cNvPr name="AutoShape 5" id="5"/>
          <p:cNvSpPr/>
          <p:nvPr/>
        </p:nvSpPr>
        <p:spPr>
          <a:xfrm>
            <a:off x="1064354" y="3193658"/>
            <a:ext cx="4625241" cy="89037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Methods for square, cube, sqrt in class. Encapsulates logic for clean, reusable code.</a:t>
            </a:r>
          </a:p>
        </p:txBody>
      </p:sp>
      <p:sp>
        <p:nvSpPr>
          <p:cNvPr name="AutoShape 6" id="6"/>
          <p:cNvSpPr/>
          <p:nvPr/>
        </p:nvSpPr>
        <p:spPr>
          <a:xfrm>
            <a:off x="1064354" y="2655769"/>
            <a:ext cx="4378567" cy="36933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Calculator Functions</a:t>
            </a:r>
          </a:p>
        </p:txBody>
      </p:sp>
      <p:grpSp>
        <p:nvGrpSpPr>
          <p:cNvPr name="Group 7" id="7"/>
          <p:cNvGrpSpPr/>
          <p:nvPr/>
        </p:nvGrpSpPr>
        <p:grpSpPr>
          <a:xfrm>
            <a:off x="6319719" y="1988157"/>
            <a:ext cx="5211884" cy="3288086"/>
            <a:chOff x="6319719" y="1988157"/>
            <a:chExt cx="5211884" cy="3288086"/>
          </a:xfrm>
        </p:grpSpPr>
        <p:sp>
          <p:nvSpPr>
            <p:cNvPr name="AutoShape 8" id="8"/>
            <p:cNvSpPr/>
            <p:nvPr/>
          </p:nvSpPr>
          <p:spPr>
            <a:xfrm>
              <a:off x="6319719" y="1988157"/>
              <a:ext cx="5211884" cy="3288086"/>
            </a:xfrm>
            <a:prstGeom prst="roundRect">
              <a:avLst>
                <a:gd name="adj" fmla="val 800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cxnSp>
          <p:nvCxnSpPr>
            <p:cNvPr name="Connector 9" id="9"/>
            <p:cNvCxnSpPr/>
            <p:nvPr/>
          </p:nvCxnSpPr>
          <p:spPr>
            <a:xfrm>
              <a:off x="6326067" y="2977391"/>
              <a:ext cx="0" cy="145952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</p:cxnSp>
      </p:grpSp>
      <p:sp>
        <p:nvSpPr>
          <p:cNvPr name="AutoShape 10" id="10"/>
          <p:cNvSpPr/>
          <p:nvPr/>
        </p:nvSpPr>
        <p:spPr>
          <a:xfrm>
            <a:off x="6723674" y="3193658"/>
            <a:ext cx="4378568" cy="89037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000000"/>
                </a:solidFill>
                <a:effectLst/>
                <a:latin typeface="微软雅黑"/>
                <a:ea typeface="微软雅黑"/>
              </a:rPr>
              <a:t>Default values, args for variables. Improves modularity in programs.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710970" y="2655769"/>
            <a:ext cx="4378567" cy="369332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Parameter Handling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anchor="b" rtlCol="false" vert="horz" tIns="45720" lIns="91440" bIns="45720" rIns="91440">
            <a:norm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Practical Function Examples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38821" dur="indefinite" repeatCount="1000" spd="100%" accel="0%" decel="0%" restart="never" nodeType="tmRoot">
          <p:childTnLst>
            <p:seq concurrent="true" nextAc="seek">
              <p:cTn id="38822" dur="indefinite" repeatCount="1000" spd="100%" accel="0%" decel="0%" nodeType="mainSeq">
                <p:childTnLst>
                  <p:par>
                    <p:cTn id="38823" repeatCount="1000" spd="100%" accel="0%" decel="0%" fill="hold">
                      <p:stCondLst>
                        <p:cond delay="indefinite"/>
                        <p:cond evt="onBegin" delay="0">
                          <p:tn val="38822"/>
                        </p:cond>
                      </p:stCondLst>
                      <p:childTnLst>
                        <p:par>
                          <p:cTn id="3882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8825" presetID="8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in)" transition="in">
                                      <p:cBhvr>
                                        <p:cTn id="38826" dur="10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2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2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8829" presetID="2" presetClass="entr" presetSubtype="9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830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31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83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3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8834" presetID="22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down)" transition="in">
                                      <p:cBhvr>
                                        <p:cTn id="38835" dur="5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36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3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8838" presetID="2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right)" transition="in">
                                      <p:cBhvr>
                                        <p:cTn id="38839" dur="500" repeatCount="1000" spd="100%" accel="0%" decel="0%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4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4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38842" presetID="17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843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44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45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46" dur="5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884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Data Structures Essentials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07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40684" dur="indefinite" repeatCount="1000" spd="100%" accel="0%" decel="0%" restart="never" nodeType="tmRoot">
          <p:childTnLst>
            <p:seq concurrent="true" nextAc="seek">
              <p:cTn id="40685" dur="indefinite" repeatCount="1000" spd="100%" accel="0%" decel="0%" nodeType="mainSeq">
                <p:childTnLst>
                  <p:par>
                    <p:cTn id="40686" repeatCount="1000" spd="100%" accel="0%" decel="0%" fill="hold">
                      <p:stCondLst>
                        <p:cond delay="indefinite"/>
                        <p:cond evt="onBegin" delay="0">
                          <p:tn val="40685"/>
                        </p:cond>
                      </p:stCondLst>
                      <p:childTnLst>
                        <p:par>
                          <p:cTn id="4068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0688" presetID="3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689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90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91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92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69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9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0695" presetID="5" presetClass="entr" presetSubtype="5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checkerboard(down)" transition="in">
                                      <p:cBhvr>
                                        <p:cTn id="40696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9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Lists and Tuples</a:t>
            </a:r>
          </a:p>
        </p:txBody>
      </p:sp>
      <p:cxnSp>
        <p:nvCxnSpPr>
          <p:cNvPr name="Connector 3" id="3"/>
          <p:cNvCxnSpPr/>
          <p:nvPr/>
        </p:nvCxnSpPr>
        <p:spPr>
          <a:xfrm>
            <a:off x="666469" y="3304084"/>
            <a:ext cx="10845800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</a:ln>
        </p:spPr>
      </p:cxnSp>
      <p:sp>
        <p:nvSpPr>
          <p:cNvPr name="AutoShape 4" id="4"/>
          <p:cNvSpPr/>
          <p:nvPr/>
        </p:nvSpPr>
        <p:spPr>
          <a:xfrm>
            <a:off x="4336769" y="1551484"/>
            <a:ext cx="3505200" cy="3505200"/>
          </a:xfrm>
          <a:prstGeom prst="diamond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algn="l" dist="38100" rotWithShape="false">
              <a:srgbClr val="000000">
                <a:alpha val="10000"/>
              </a:srgb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3150010" y="2952681"/>
            <a:ext cx="1877084" cy="702807"/>
          </a:xfrm>
          <a:prstGeom prst="roundRect">
            <a:avLst>
              <a:gd name="adj" fmla="val 10502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  <a:r>
              <a:rPr lang="en-US" b="false" i="false" sz="1800" baseline="0" u="none">
                <a:solidFill>
                  <a:srgbClr val="00000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>
            <a:off x="7151644" y="2952681"/>
            <a:ext cx="1877084" cy="702807"/>
          </a:xfrm>
          <a:prstGeom prst="roundRect">
            <a:avLst>
              <a:gd name="adj" fmla="val 10502"/>
            </a:avLst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  <a:r>
              <a:rPr lang="en-US" b="false" i="false" sz="1800" baseline="0" u="none">
                <a:solidFill>
                  <a:srgbClr val="00000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91196" y="3259615"/>
            <a:ext cx="2434088" cy="199285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`my_list = [1,2,3]; my_list.append(4)`. Ordered, changeable; slicing `my_list[0:2]`.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91196" y="2876997"/>
            <a:ext cx="2434088" cy="370840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Mutable Lists Operations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066716" y="3313664"/>
            <a:ext cx="2434088" cy="199285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`mytuple = (1,2); mytuple[0]`. Fixed size; use for constants or returns.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9066716" y="2966329"/>
            <a:ext cx="2434088" cy="335557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Immutable Tuples</a:t>
            </a:r>
          </a:p>
        </p:txBody>
      </p:sp>
    </p:spTree>
  </p:cSld>
  <p:clrMapOvr>
    <a:masterClrMapping/>
  </p:clrMapOvr>
  <p:transition spd="slow">
    <p:cover dir="d"/>
  </p:transition>
  <p:timing>
    <p:tnLst>
      <p:par>
        <p:cTn id="42550" dur="indefinite" repeatCount="1000" spd="100%" accel="0%" decel="0%" restart="never" nodeType="tmRoot">
          <p:childTnLst>
            <p:seq concurrent="true" nextAc="seek">
              <p:cTn id="42551" dur="indefinite" repeatCount="1000" spd="100%" accel="0%" decel="0%" nodeType="mainSeq">
                <p:childTnLst>
                  <p:par>
                    <p:cTn id="42552" repeatCount="1000" spd="100%" accel="0%" decel="0%" fill="hold">
                      <p:stCondLst>
                        <p:cond delay="indefinite"/>
                        <p:cond evt="onBegin" delay="0">
                          <p:tn val="42551"/>
                        </p:cond>
                      </p:stCondLst>
                      <p:childTnLst>
                        <p:par>
                          <p:cTn id="4255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554" presetID="17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555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556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557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558" dur="5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255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6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561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6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6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564" presetID="2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edge" transition="in">
                                      <p:cBhvr>
                                        <p:cTn id="42565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6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6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568" presetID="2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right)" transition="in">
                                      <p:cBhvr>
                                        <p:cTn id="42569" dur="5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7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7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572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7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7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575" presetID="19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576" dur="2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77" dur="2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578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7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2580" presetID="3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581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82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83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84" dur="10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58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98577" y="1745546"/>
            <a:ext cx="10382146" cy="1871261"/>
          </a:xfrm>
          <a:prstGeom prst="round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1842434" y="1393923"/>
            <a:ext cx="3919029" cy="60138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anchor="ctr" wrap="square" tIns="0" lIns="0" bIns="0" rIns="0">
            <a:norm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Key-Value Dictionaries</a:t>
            </a:r>
          </a:p>
        </p:txBody>
      </p:sp>
      <p:sp>
        <p:nvSpPr>
          <p:cNvPr name="AutoShape 4" id="4"/>
          <p:cNvSpPr/>
          <p:nvPr/>
        </p:nvSpPr>
        <p:spPr>
          <a:xfrm>
            <a:off x="1842434" y="2197448"/>
            <a:ext cx="9322499" cy="1149133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`mydict = {"name":"Harry", "age":25}`. Mutable; access `mydict["name"]`.</a:t>
            </a:r>
          </a:p>
        </p:txBody>
      </p:sp>
      <p:sp>
        <p:nvSpPr>
          <p:cNvPr name="AutoShape 5" id="5"/>
          <p:cNvSpPr/>
          <p:nvPr/>
        </p:nvSpPr>
        <p:spPr>
          <a:xfrm>
            <a:off x="898577" y="4084779"/>
            <a:ext cx="10382146" cy="1871261"/>
          </a:xfrm>
          <a:prstGeom prst="roundRect">
            <a:avLst/>
          </a:prstGeom>
          <a:solidFill>
            <a:schemeClr val="accent3">
              <a:alpha val="1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1842434" y="3733156"/>
            <a:ext cx="3919029" cy="60138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anchor="ctr" wrap="square" tIns="0" lIns="0" bIns="0" rIns="0">
            <a:norm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Unique Sets Operations</a:t>
            </a:r>
          </a:p>
        </p:txBody>
      </p:sp>
      <p:sp>
        <p:nvSpPr>
          <p:cNvPr name="AutoShape 7" id="7"/>
          <p:cNvSpPr/>
          <p:nvPr/>
        </p:nvSpPr>
        <p:spPr>
          <a:xfrm>
            <a:off x="1842434" y="4609330"/>
            <a:ext cx="9322499" cy="1149133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`myset = {1,2,3}`. Unordered uniques; union `set1 | set2`, intersection `&amp;`.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anchor="b" rtlCol="false" vert="horz" tIns="45720" lIns="91440" bIns="45720" rIns="91440">
            <a:norm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Dictionaries and Sets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44036" dur="indefinite" repeatCount="1000" spd="100%" accel="0%" decel="0%" restart="never" nodeType="tmRoot">
          <p:childTnLst>
            <p:seq concurrent="true" nextAc="seek">
              <p:cTn id="44037" dur="indefinite" repeatCount="1000" spd="100%" accel="0%" decel="0%" nodeType="mainSeq">
                <p:childTnLst>
                  <p:par>
                    <p:cTn id="44038" repeatCount="1000" spd="100%" accel="0%" decel="0%" fill="hold">
                      <p:stCondLst>
                        <p:cond delay="indefinite"/>
                        <p:cond evt="onBegin" delay="0">
                          <p:tn val="44037"/>
                        </p:cond>
                      </p:stCondLst>
                      <p:childTnLst>
                        <p:par>
                          <p:cTn id="4403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40" presetID="3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in">
                                      <p:cBhvr>
                                        <p:cTn id="44041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4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44" presetID="43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046" dur="4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47" dur="4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48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49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4045" dur="100" repeatCount="1000" spd="100%" accel="0%" decel="0%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5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5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52" presetID="7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053" dur="2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54" dur="2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055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5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57" presetID="3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058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59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60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3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61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06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6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4064" presetID="3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in">
                                      <p:cBhvr>
                                        <p:cTn id="44065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66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Object-Oriented Programming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08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46601" dur="indefinite" repeatCount="1000" spd="100%" accel="0%" decel="0%" restart="never" nodeType="tmRoot">
          <p:childTnLst>
            <p:seq concurrent="true" nextAc="seek">
              <p:cTn id="46602" dur="indefinite" repeatCount="1000" spd="100%" accel="0%" decel="0%" nodeType="mainSeq">
                <p:childTnLst>
                  <p:par>
                    <p:cTn id="46603" repeatCount="1000" spd="100%" accel="0%" decel="0%" fill="hold">
                      <p:stCondLst>
                        <p:cond delay="indefinite"/>
                        <p:cond evt="onBegin" delay="0">
                          <p:tn val="46602"/>
                        </p:cond>
                      </p:stCondLst>
                      <p:childTnLst>
                        <p:par>
                          <p:cTn id="466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6605" presetID="58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607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2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08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09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10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6606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1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1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6613" presetID="1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615" dur="500" repeatCount="1000" spd="100%" accel="0%" decel="0%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46614" dur="5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16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Classes and Objects Basics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4202150" y="2084168"/>
            <a:ext cx="540000" cy="540000"/>
            <a:chOff x="2675288" y="5599496"/>
            <a:chExt cx="540000" cy="540000"/>
          </a:xfrm>
        </p:grpSpPr>
        <p:sp>
          <p:nvSpPr>
            <p:cNvPr name="TextBox 4" id="4"/>
            <p:cNvSpPr txBox="true"/>
            <p:nvPr/>
          </p:nvSpPr>
          <p:spPr>
            <a:xfrm>
              <a:off x="2675288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anchor="ctr" rtlCol="false" vert="horz" wrap="none" tIns="108000" lIns="108000" bIns="108000" rIns="108000">
              <a:noAutofit/>
            </a:bodyPr>
            <a:lstStyle/>
            <a:p>
              <a:pPr algn="ctr" marL="0">
                <a:defRPr/>
              </a:pPr>
              <a:endParaRPr lang="en-US" sz="1100"/>
            </a:p>
          </p:txBody>
        </p:sp>
        <p:sp>
          <p:nvSpPr>
            <p:cNvPr name="Freeform 5" id="5"/>
            <p:cNvSpPr/>
            <p:nvPr/>
          </p:nvSpPr>
          <p:spPr>
            <a:xfrm>
              <a:off x="2832174" y="5731793"/>
              <a:ext cx="226228" cy="275406"/>
            </a:xfrm>
            <a:custGeom>
              <a:avLst/>
              <a:gdLst/>
              <a:ahLst/>
              <a:cxnLst/>
              <a:rect r="r" b="b" t="t" l="l"/>
              <a:pathLst>
                <a:path w="438150" h="533400" stroke="true" fill="norm" extrusionOk="true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TextBox 6" id="6"/>
          <p:cNvSpPr txBox="true"/>
          <p:nvPr/>
        </p:nvSpPr>
        <p:spPr>
          <a:xfrm>
            <a:off x="4859202" y="2116068"/>
            <a:ext cx="665652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Defining Classes with Init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859202" y="2559366"/>
            <a:ext cx="6656521" cy="6247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`class Employee: def __init__(self,name,salary): self.name=name`. Instantiates with attributes.</a:t>
            </a:r>
            <a:endParaRPr lang="en-US" sz="1100"/>
          </a:p>
        </p:txBody>
      </p:sp>
      <p:grpSp>
        <p:nvGrpSpPr>
          <p:cNvPr name="Group 8" id="8"/>
          <p:cNvGrpSpPr/>
          <p:nvPr/>
        </p:nvGrpSpPr>
        <p:grpSpPr>
          <a:xfrm>
            <a:off x="4202150" y="3946084"/>
            <a:ext cx="540000" cy="540000"/>
            <a:chOff x="7128173" y="5599496"/>
            <a:chExt cx="540000" cy="540000"/>
          </a:xfrm>
        </p:grpSpPr>
        <p:sp>
          <p:nvSpPr>
            <p:cNvPr name="TextBox 9" id="9"/>
            <p:cNvSpPr txBox="true"/>
            <p:nvPr/>
          </p:nvSpPr>
          <p:spPr>
            <a:xfrm>
              <a:off x="7128173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</p:spPr>
          <p:txBody>
            <a:bodyPr anchor="ctr" rtlCol="false" vert="horz" wrap="none" tIns="108000" lIns="108000" bIns="108000" rIns="108000">
              <a:noAutofit/>
            </a:bodyPr>
            <a:lstStyle/>
            <a:p>
              <a:pPr algn="ctr" marL="0">
                <a:defRPr/>
              </a:pPr>
              <a:endParaRPr lang="en-US" sz="110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7265388" y="5763760"/>
              <a:ext cx="265570" cy="211472"/>
            </a:xfrm>
            <a:custGeom>
              <a:avLst/>
              <a:gdLst/>
              <a:ahLst/>
              <a:cxnLst/>
              <a:rect r="r" b="b" t="t" l="l"/>
              <a:pathLst>
                <a:path w="514350" h="409575" stroke="true" fill="norm" extrusionOk="true">
                  <a:moveTo>
                    <a:pt x="486767" y="621"/>
                  </a:moveTo>
                  <a:cubicBezTo>
                    <a:pt x="502960" y="621"/>
                    <a:pt x="515342" y="13004"/>
                    <a:pt x="515342" y="29196"/>
                  </a:cubicBezTo>
                  <a:lnTo>
                    <a:pt x="515342" y="324471"/>
                  </a:lnTo>
                  <a:cubicBezTo>
                    <a:pt x="515342" y="340664"/>
                    <a:pt x="502960" y="353046"/>
                    <a:pt x="486767" y="353046"/>
                  </a:cubicBezTo>
                  <a:lnTo>
                    <a:pt x="192445" y="353046"/>
                  </a:lnTo>
                  <a:lnTo>
                    <a:pt x="115292" y="410196"/>
                  </a:lnTo>
                  <a:lnTo>
                    <a:pt x="115292" y="353046"/>
                  </a:lnTo>
                  <a:lnTo>
                    <a:pt x="29567" y="353046"/>
                  </a:lnTo>
                  <a:cubicBezTo>
                    <a:pt x="13374" y="353046"/>
                    <a:pt x="992" y="340664"/>
                    <a:pt x="992" y="324471"/>
                  </a:cubicBezTo>
                  <a:lnTo>
                    <a:pt x="992" y="29196"/>
                  </a:lnTo>
                  <a:cubicBezTo>
                    <a:pt x="992" y="13004"/>
                    <a:pt x="13374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720" y="143496"/>
                    <a:pt x="91480" y="158736"/>
                    <a:pt x="91480" y="176834"/>
                  </a:cubicBezTo>
                  <a:cubicBezTo>
                    <a:pt x="91480" y="194931"/>
                    <a:pt x="106720" y="210171"/>
                    <a:pt x="124817" y="210171"/>
                  </a:cubicBezTo>
                  <a:cubicBezTo>
                    <a:pt x="142914" y="210171"/>
                    <a:pt x="158155" y="194931"/>
                    <a:pt x="158155" y="176834"/>
                  </a:cubicBezTo>
                  <a:cubicBezTo>
                    <a:pt x="158155" y="157784"/>
                    <a:pt x="142914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40070" y="143496"/>
                    <a:pt x="224830" y="158736"/>
                    <a:pt x="224830" y="176834"/>
                  </a:cubicBezTo>
                  <a:cubicBezTo>
                    <a:pt x="224830" y="194931"/>
                    <a:pt x="240070" y="210171"/>
                    <a:pt x="258167" y="210171"/>
                  </a:cubicBezTo>
                  <a:cubicBezTo>
                    <a:pt x="276264" y="210171"/>
                    <a:pt x="291505" y="194931"/>
                    <a:pt x="291505" y="176834"/>
                  </a:cubicBezTo>
                  <a:cubicBezTo>
                    <a:pt x="291505" y="157784"/>
                    <a:pt x="276264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420" y="143496"/>
                    <a:pt x="358180" y="158736"/>
                    <a:pt x="358180" y="176834"/>
                  </a:cubicBezTo>
                  <a:cubicBezTo>
                    <a:pt x="358180" y="194931"/>
                    <a:pt x="373420" y="210171"/>
                    <a:pt x="391517" y="210171"/>
                  </a:cubicBezTo>
                  <a:cubicBezTo>
                    <a:pt x="409614" y="210171"/>
                    <a:pt x="424855" y="194931"/>
                    <a:pt x="424855" y="176834"/>
                  </a:cubicBezTo>
                  <a:cubicBezTo>
                    <a:pt x="424855" y="157784"/>
                    <a:pt x="409614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TextBox 11" id="11"/>
          <p:cNvSpPr txBox="true"/>
          <p:nvPr/>
        </p:nvSpPr>
        <p:spPr>
          <a:xfrm>
            <a:off x="4859202" y="4002520"/>
            <a:ext cx="665652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Instance vs Class Attributes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4859202" y="4445818"/>
            <a:ext cx="6656521" cy="62478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`company="Microsoft"` shared; self.salary unique per object like harry.salary.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669924" y="1745516"/>
            <a:ext cx="2572197" cy="3533992"/>
          </a:xfrm>
          <a:prstGeom prst="roundRect">
            <a:avLst>
              <a:gd name="adj" fmla="val 5600"/>
            </a:avLst>
          </a:prstGeom>
          <a:solidFill>
            <a:schemeClr val="tx2">
              <a:alpha val="5000"/>
            </a:schemeClr>
          </a:solid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14" id="14"/>
          <p:cNvSpPr/>
          <p:nvPr/>
        </p:nvSpPr>
        <p:spPr>
          <a:xfrm>
            <a:off x="1100920" y="2535029"/>
            <a:ext cx="1551505" cy="2009166"/>
          </a:xfrm>
          <a:custGeom>
            <a:avLst/>
            <a:gdLst/>
            <a:ahLst/>
            <a:cxnLst/>
            <a:rect r="r" b="b" t="t" l="l"/>
            <a:pathLst>
              <a:path w="812" h="1053" stroke="true" fill="norm" extrusionOk="true">
                <a:moveTo>
                  <a:pt x="0" y="544"/>
                </a:moveTo>
                <a:lnTo>
                  <a:pt x="331" y="803"/>
                </a:lnTo>
                <a:lnTo>
                  <a:pt x="544" y="531"/>
                </a:lnTo>
                <a:lnTo>
                  <a:pt x="537" y="507"/>
                </a:lnTo>
                <a:cubicBezTo>
                  <a:pt x="531" y="487"/>
                  <a:pt x="534" y="466"/>
                  <a:pt x="545" y="450"/>
                </a:cubicBezTo>
                <a:cubicBezTo>
                  <a:pt x="556" y="433"/>
                  <a:pt x="573" y="422"/>
                  <a:pt x="594" y="419"/>
                </a:cubicBezTo>
                <a:lnTo>
                  <a:pt x="607" y="417"/>
                </a:lnTo>
                <a:cubicBezTo>
                  <a:pt x="616" y="416"/>
                  <a:pt x="624" y="417"/>
                  <a:pt x="632" y="418"/>
                </a:cubicBezTo>
                <a:lnTo>
                  <a:pt x="757" y="259"/>
                </a:lnTo>
                <a:lnTo>
                  <a:pt x="426" y="0"/>
                </a:lnTo>
                <a:lnTo>
                  <a:pt x="0" y="544"/>
                </a:lnTo>
                <a:close/>
                <a:moveTo>
                  <a:pt x="501" y="497"/>
                </a:moveTo>
                <a:cubicBezTo>
                  <a:pt x="448" y="565"/>
                  <a:pt x="350" y="576"/>
                  <a:pt x="283" y="524"/>
                </a:cubicBezTo>
                <a:cubicBezTo>
                  <a:pt x="215" y="471"/>
                  <a:pt x="204" y="373"/>
                  <a:pt x="256" y="306"/>
                </a:cubicBezTo>
                <a:cubicBezTo>
                  <a:pt x="309" y="238"/>
                  <a:pt x="407" y="226"/>
                  <a:pt x="474" y="279"/>
                </a:cubicBezTo>
                <a:cubicBezTo>
                  <a:pt x="542" y="332"/>
                  <a:pt x="554" y="430"/>
                  <a:pt x="501" y="497"/>
                </a:cubicBezTo>
                <a:close/>
                <a:moveTo>
                  <a:pt x="173" y="939"/>
                </a:moveTo>
                <a:lnTo>
                  <a:pt x="503" y="939"/>
                </a:lnTo>
                <a:lnTo>
                  <a:pt x="503" y="1053"/>
                </a:lnTo>
                <a:lnTo>
                  <a:pt x="173" y="1053"/>
                </a:lnTo>
                <a:lnTo>
                  <a:pt x="173" y="939"/>
                </a:lnTo>
                <a:close/>
                <a:moveTo>
                  <a:pt x="544" y="898"/>
                </a:moveTo>
                <a:cubicBezTo>
                  <a:pt x="515" y="908"/>
                  <a:pt x="467" y="917"/>
                  <a:pt x="435" y="917"/>
                </a:cubicBezTo>
                <a:lnTo>
                  <a:pt x="241" y="917"/>
                </a:lnTo>
                <a:cubicBezTo>
                  <a:pt x="200" y="917"/>
                  <a:pt x="167" y="884"/>
                  <a:pt x="167" y="843"/>
                </a:cubicBezTo>
                <a:lnTo>
                  <a:pt x="167" y="702"/>
                </a:lnTo>
                <a:cubicBezTo>
                  <a:pt x="181" y="713"/>
                  <a:pt x="195" y="725"/>
                  <a:pt x="209" y="736"/>
                </a:cubicBezTo>
                <a:lnTo>
                  <a:pt x="209" y="843"/>
                </a:lnTo>
                <a:cubicBezTo>
                  <a:pt x="209" y="861"/>
                  <a:pt x="223" y="875"/>
                  <a:pt x="241" y="875"/>
                </a:cubicBezTo>
                <a:lnTo>
                  <a:pt x="435" y="875"/>
                </a:lnTo>
                <a:cubicBezTo>
                  <a:pt x="462" y="875"/>
                  <a:pt x="505" y="867"/>
                  <a:pt x="530" y="858"/>
                </a:cubicBezTo>
                <a:lnTo>
                  <a:pt x="747" y="780"/>
                </a:lnTo>
                <a:cubicBezTo>
                  <a:pt x="755" y="778"/>
                  <a:pt x="762" y="772"/>
                  <a:pt x="765" y="764"/>
                </a:cubicBezTo>
                <a:cubicBezTo>
                  <a:pt x="769" y="757"/>
                  <a:pt x="769" y="748"/>
                  <a:pt x="766" y="740"/>
                </a:cubicBezTo>
                <a:lnTo>
                  <a:pt x="682" y="509"/>
                </a:lnTo>
                <a:cubicBezTo>
                  <a:pt x="676" y="492"/>
                  <a:pt x="654" y="478"/>
                  <a:pt x="635" y="481"/>
                </a:cubicBezTo>
                <a:lnTo>
                  <a:pt x="622" y="483"/>
                </a:lnTo>
                <a:cubicBezTo>
                  <a:pt x="614" y="484"/>
                  <a:pt x="608" y="488"/>
                  <a:pt x="604" y="494"/>
                </a:cubicBezTo>
                <a:cubicBezTo>
                  <a:pt x="601" y="499"/>
                  <a:pt x="600" y="507"/>
                  <a:pt x="602" y="514"/>
                </a:cubicBezTo>
                <a:lnTo>
                  <a:pt x="640" y="643"/>
                </a:lnTo>
                <a:lnTo>
                  <a:pt x="663" y="720"/>
                </a:lnTo>
                <a:lnTo>
                  <a:pt x="583" y="720"/>
                </a:lnTo>
                <a:lnTo>
                  <a:pt x="548" y="720"/>
                </a:lnTo>
                <a:lnTo>
                  <a:pt x="570" y="678"/>
                </a:lnTo>
                <a:lnTo>
                  <a:pt x="583" y="678"/>
                </a:lnTo>
                <a:cubicBezTo>
                  <a:pt x="588" y="678"/>
                  <a:pt x="594" y="677"/>
                  <a:pt x="598" y="672"/>
                </a:cubicBezTo>
                <a:cubicBezTo>
                  <a:pt x="601" y="668"/>
                  <a:pt x="601" y="662"/>
                  <a:pt x="599" y="654"/>
                </a:cubicBezTo>
                <a:lnTo>
                  <a:pt x="562" y="526"/>
                </a:lnTo>
                <a:cubicBezTo>
                  <a:pt x="556" y="507"/>
                  <a:pt x="559" y="487"/>
                  <a:pt x="569" y="471"/>
                </a:cubicBezTo>
                <a:cubicBezTo>
                  <a:pt x="579" y="455"/>
                  <a:pt x="596" y="444"/>
                  <a:pt x="616" y="441"/>
                </a:cubicBezTo>
                <a:lnTo>
                  <a:pt x="629" y="440"/>
                </a:lnTo>
                <a:cubicBezTo>
                  <a:pt x="668" y="434"/>
                  <a:pt x="708" y="458"/>
                  <a:pt x="722" y="495"/>
                </a:cubicBezTo>
                <a:lnTo>
                  <a:pt x="806" y="726"/>
                </a:lnTo>
                <a:cubicBezTo>
                  <a:pt x="812" y="744"/>
                  <a:pt x="812" y="764"/>
                  <a:pt x="803" y="782"/>
                </a:cubicBezTo>
                <a:cubicBezTo>
                  <a:pt x="795" y="800"/>
                  <a:pt x="780" y="813"/>
                  <a:pt x="762" y="820"/>
                </a:cubicBezTo>
                <a:lnTo>
                  <a:pt x="544" y="898"/>
                </a:lnTo>
                <a:close/>
                <a:moveTo>
                  <a:pt x="318" y="342"/>
                </a:moveTo>
                <a:cubicBezTo>
                  <a:pt x="307" y="356"/>
                  <a:pt x="304" y="371"/>
                  <a:pt x="309" y="388"/>
                </a:cubicBezTo>
                <a:cubicBezTo>
                  <a:pt x="312" y="398"/>
                  <a:pt x="317" y="407"/>
                  <a:pt x="325" y="417"/>
                </a:cubicBezTo>
                <a:lnTo>
                  <a:pt x="374" y="355"/>
                </a:lnTo>
                <a:lnTo>
                  <a:pt x="386" y="372"/>
                </a:lnTo>
                <a:lnTo>
                  <a:pt x="339" y="431"/>
                </a:lnTo>
                <a:cubicBezTo>
                  <a:pt x="343" y="435"/>
                  <a:pt x="347" y="438"/>
                  <a:pt x="351" y="441"/>
                </a:cubicBezTo>
                <a:cubicBezTo>
                  <a:pt x="353" y="443"/>
                  <a:pt x="355" y="444"/>
                  <a:pt x="357" y="445"/>
                </a:cubicBezTo>
                <a:lnTo>
                  <a:pt x="407" y="381"/>
                </a:lnTo>
                <a:lnTo>
                  <a:pt x="419" y="398"/>
                </a:lnTo>
                <a:lnTo>
                  <a:pt x="374" y="456"/>
                </a:lnTo>
                <a:cubicBezTo>
                  <a:pt x="385" y="462"/>
                  <a:pt x="396" y="465"/>
                  <a:pt x="406" y="466"/>
                </a:cubicBezTo>
                <a:cubicBezTo>
                  <a:pt x="424" y="468"/>
                  <a:pt x="439" y="462"/>
                  <a:pt x="450" y="447"/>
                </a:cubicBezTo>
                <a:cubicBezTo>
                  <a:pt x="461" y="433"/>
                  <a:pt x="463" y="418"/>
                  <a:pt x="456" y="401"/>
                </a:cubicBezTo>
                <a:cubicBezTo>
                  <a:pt x="452" y="392"/>
                  <a:pt x="446" y="382"/>
                  <a:pt x="437" y="372"/>
                </a:cubicBezTo>
                <a:lnTo>
                  <a:pt x="451" y="354"/>
                </a:lnTo>
                <a:cubicBezTo>
                  <a:pt x="467" y="369"/>
                  <a:pt x="477" y="386"/>
                  <a:pt x="481" y="404"/>
                </a:cubicBezTo>
                <a:cubicBezTo>
                  <a:pt x="487" y="426"/>
                  <a:pt x="482" y="446"/>
                  <a:pt x="468" y="464"/>
                </a:cubicBezTo>
                <a:cubicBezTo>
                  <a:pt x="455" y="480"/>
                  <a:pt x="439" y="489"/>
                  <a:pt x="419" y="491"/>
                </a:cubicBezTo>
                <a:cubicBezTo>
                  <a:pt x="401" y="493"/>
                  <a:pt x="381" y="487"/>
                  <a:pt x="359" y="475"/>
                </a:cubicBezTo>
                <a:lnTo>
                  <a:pt x="337" y="503"/>
                </a:lnTo>
                <a:lnTo>
                  <a:pt x="325" y="486"/>
                </a:lnTo>
                <a:lnTo>
                  <a:pt x="342" y="464"/>
                </a:lnTo>
                <a:cubicBezTo>
                  <a:pt x="339" y="462"/>
                  <a:pt x="336" y="460"/>
                  <a:pt x="333" y="457"/>
                </a:cubicBezTo>
                <a:cubicBezTo>
                  <a:pt x="330" y="455"/>
                  <a:pt x="327" y="453"/>
                  <a:pt x="325" y="451"/>
                </a:cubicBezTo>
                <a:lnTo>
                  <a:pt x="304" y="477"/>
                </a:lnTo>
                <a:lnTo>
                  <a:pt x="292" y="460"/>
                </a:lnTo>
                <a:lnTo>
                  <a:pt x="310" y="437"/>
                </a:lnTo>
                <a:cubicBezTo>
                  <a:pt x="299" y="423"/>
                  <a:pt x="291" y="410"/>
                  <a:pt x="286" y="395"/>
                </a:cubicBezTo>
                <a:cubicBezTo>
                  <a:pt x="279" y="371"/>
                  <a:pt x="283" y="348"/>
                  <a:pt x="299" y="328"/>
                </a:cubicBezTo>
                <a:cubicBezTo>
                  <a:pt x="312" y="310"/>
                  <a:pt x="328" y="301"/>
                  <a:pt x="346" y="300"/>
                </a:cubicBezTo>
                <a:cubicBezTo>
                  <a:pt x="365" y="299"/>
                  <a:pt x="381" y="304"/>
                  <a:pt x="396" y="313"/>
                </a:cubicBezTo>
                <a:lnTo>
                  <a:pt x="382" y="331"/>
                </a:lnTo>
                <a:cubicBezTo>
                  <a:pt x="370" y="325"/>
                  <a:pt x="358" y="323"/>
                  <a:pt x="347" y="324"/>
                </a:cubicBezTo>
                <a:cubicBezTo>
                  <a:pt x="336" y="325"/>
                  <a:pt x="326" y="331"/>
                  <a:pt x="318" y="342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60000">
                <a:schemeClr val="accent3"/>
              </a:gs>
            </a:gsLst>
            <a:lin ang="2700000"/>
          </a:gradFill>
          <a:ln cap="rnd">
            <a:noFill/>
            <a:prstDash val="solid"/>
          </a:ln>
          <a:effectLst>
            <a:outerShdw algn="ctr" blurRad="76200" dir="5400000" dist="50800" rotWithShape="false">
              <a:schemeClr val="accent3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  <p:transition spd="slow">
    <p:split dir="in"/>
  </p:transition>
  <p:timing>
    <p:tnLst>
      <p:par>
        <p:cTn id="48834" dur="indefinite" repeatCount="1000" spd="100%" accel="0%" decel="0%" restart="never" nodeType="tmRoot">
          <p:childTnLst>
            <p:seq concurrent="true" nextAc="seek">
              <p:cTn id="48835" dur="indefinite" repeatCount="1000" spd="100%" accel="0%" decel="0%" nodeType="mainSeq">
                <p:childTnLst>
                  <p:par>
                    <p:cTn id="48836" repeatCount="1000" spd="100%" accel="0%" decel="0%" fill="hold">
                      <p:stCondLst>
                        <p:cond delay="indefinite"/>
                        <p:cond evt="onBegin" delay="0">
                          <p:tn val="48835"/>
                        </p:cond>
                      </p:stCondLst>
                      <p:childTnLst>
                        <p:par>
                          <p:cTn id="4883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838" presetID="2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840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41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 prLst="gradientSize: 0.1">
                                      <p:cBhvr>
                                        <p:cTn id="48839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4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4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844" presetID="58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846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*2.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47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48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49" dur="1000" repeatCount="1000" spd="100%" accel="0%" decel="0%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8845" dur="1000" repeatCount="1000" spd="100%" accel="0%" decel="0%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5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5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852" presetID="5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854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55" dur="10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48853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5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5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858" presetID="13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plus(in)" transition="in">
                                      <p:cBhvr>
                                        <p:cTn id="48859" dur="1000" repeatCount="1000" spd="100%" accel="0%" decel="0%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60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6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48862" presetID="1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864" dur="500" repeatCount="1000" spd="100%" accel="0%" decel="0%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>
                                        <p:cTn id="48863" dur="5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65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Inheritance Types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72294" y="1675039"/>
            <a:ext cx="4292910" cy="3341460"/>
          </a:xfrm>
          <a:prstGeom prst="rect">
            <a:avLst/>
          </a:prstGeom>
          <a:solidFill>
            <a:schemeClr val="tx1">
              <a:alpha val="10000"/>
              <a:lumMod val="50000"/>
              <a:lumOff val="50000"/>
            </a:scheme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161213" y="2789193"/>
            <a:ext cx="3619789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Single and Multiple Inheritance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161212" y="3184540"/>
            <a:ext cx="3619791" cy="134652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Subclass `class Programmer(Employee):`. Gains parent methods; adds specifics.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029435" y="3844814"/>
            <a:ext cx="1441420" cy="1446550"/>
          </a:xfrm>
          <a:prstGeom prst="rect">
            <a:avLst/>
          </a:prstGeom>
          <a:noFill/>
          <a:effectLst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chemeClr val="bg1"/>
                </a:solidFill>
                <a:effectLst/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1072294" y="1688102"/>
            <a:ext cx="4292910" cy="0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sp>
        <p:nvSpPr>
          <p:cNvPr name="Freeform 8" id="8"/>
          <p:cNvSpPr/>
          <p:nvPr/>
        </p:nvSpPr>
        <p:spPr>
          <a:xfrm>
            <a:off x="1257741" y="2118478"/>
            <a:ext cx="320770" cy="433039"/>
          </a:xfrm>
          <a:custGeom>
            <a:avLst/>
            <a:gdLst/>
            <a:ahLst/>
            <a:cxnLst/>
            <a:rect r="r" b="b" t="t" l="l"/>
            <a:pathLst>
              <a:path w="381000" h="514350" stroke="true" fill="norm" extrusionOk="true">
                <a:moveTo>
                  <a:pt x="86973" y="38721"/>
                </a:moveTo>
                <a:lnTo>
                  <a:pt x="86973" y="95871"/>
                </a:lnTo>
                <a:lnTo>
                  <a:pt x="296523" y="95871"/>
                </a:lnTo>
                <a:lnTo>
                  <a:pt x="296523" y="38721"/>
                </a:lnTo>
                <a:lnTo>
                  <a:pt x="382248" y="38721"/>
                </a:lnTo>
                <a:lnTo>
                  <a:pt x="382248" y="514971"/>
                </a:lnTo>
                <a:lnTo>
                  <a:pt x="1248" y="514971"/>
                </a:lnTo>
                <a:lnTo>
                  <a:pt x="1248" y="38721"/>
                </a:ln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77473" y="621"/>
                </a:moveTo>
                <a:lnTo>
                  <a:pt x="277473" y="76821"/>
                </a:lnTo>
                <a:lnTo>
                  <a:pt x="106023" y="76821"/>
                </a:lnTo>
                <a:lnTo>
                  <a:pt x="106023" y="621"/>
                </a:lnTo>
                <a:lnTo>
                  <a:pt x="277473" y="6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9" id="9"/>
          <p:cNvSpPr/>
          <p:nvPr/>
        </p:nvSpPr>
        <p:spPr>
          <a:xfrm>
            <a:off x="6721145" y="1675039"/>
            <a:ext cx="4292910" cy="3341460"/>
          </a:xfrm>
          <a:prstGeom prst="rect">
            <a:avLst/>
          </a:prstGeom>
          <a:solidFill>
            <a:schemeClr val="tx1">
              <a:alpha val="10000"/>
              <a:lumMod val="50000"/>
              <a:lumOff val="50000"/>
            </a:schemeClr>
          </a:solidFill>
          <a:ln cap="rnd">
            <a:noFill/>
            <a:prstDash val="solid"/>
          </a:ln>
          <a:effectLst/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6810064" y="2789193"/>
            <a:ext cx="3619789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ctr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Multilevel Inheritance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6810063" y="3184540"/>
            <a:ext cx="3619791" cy="134504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Chain: Grandparent &gt; Parent &gt; Child. Builds hierarchical structures.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9678286" y="3844814"/>
            <a:ext cx="1441420" cy="1446550"/>
          </a:xfrm>
          <a:prstGeom prst="rect">
            <a:avLst/>
          </a:prstGeom>
          <a:noFill/>
          <a:effectLst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8800" baseline="0" u="none">
                <a:solidFill>
                  <a:schemeClr val="bg1"/>
                </a:solidFill>
                <a:effectLst/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>
            <a:off x="6721145" y="1688102"/>
            <a:ext cx="4292910" cy="0"/>
          </a:xfrm>
          <a:prstGeom prst="line">
            <a:avLst/>
          </a:prstGeom>
          <a:ln w="25400">
            <a:solidFill>
              <a:schemeClr val="accent1"/>
            </a:solidFill>
          </a:ln>
        </p:spPr>
      </p:cxnSp>
      <p:sp>
        <p:nvSpPr>
          <p:cNvPr name="Freeform 14" id="14"/>
          <p:cNvSpPr/>
          <p:nvPr/>
        </p:nvSpPr>
        <p:spPr>
          <a:xfrm>
            <a:off x="6929962" y="2089250"/>
            <a:ext cx="425166" cy="433039"/>
          </a:xfrm>
          <a:custGeom>
            <a:avLst/>
            <a:gdLst/>
            <a:ahLst/>
            <a:cxnLst/>
            <a:rect r="r" b="b" t="t" l="l"/>
            <a:pathLst>
              <a:path w="514350" h="523875" stroke="true" fill="norm" extrusionOk="true">
                <a:moveTo>
                  <a:pt x="257175" y="266700"/>
                </a:moveTo>
                <a:cubicBezTo>
                  <a:pt x="330518" y="266700"/>
                  <a:pt x="390525" y="206693"/>
                  <a:pt x="390525" y="133350"/>
                </a:cubicBezTo>
                <a:cubicBezTo>
                  <a:pt x="390525" y="60008"/>
                  <a:pt x="330518" y="0"/>
                  <a:pt x="257175" y="0"/>
                </a:cubicBezTo>
                <a:cubicBezTo>
                  <a:pt x="183833" y="0"/>
                  <a:pt x="123825" y="60008"/>
                  <a:pt x="123825" y="133350"/>
                </a:cubicBezTo>
                <a:cubicBezTo>
                  <a:pt x="123825" y="206693"/>
                  <a:pt x="183833" y="266700"/>
                  <a:pt x="257175" y="266700"/>
                </a:cubicBezTo>
                <a:close/>
                <a:moveTo>
                  <a:pt x="457200" y="333375"/>
                </a:moveTo>
                <a:lnTo>
                  <a:pt x="57150" y="333375"/>
                </a:lnTo>
                <a:lnTo>
                  <a:pt x="0" y="390525"/>
                </a:lnTo>
                <a:lnTo>
                  <a:pt x="0" y="523875"/>
                </a:lnTo>
                <a:lnTo>
                  <a:pt x="514350" y="523875"/>
                </a:lnTo>
                <a:lnTo>
                  <a:pt x="514350" y="390525"/>
                </a:lnTo>
                <a:lnTo>
                  <a:pt x="457200" y="333375"/>
                </a:lnTo>
                <a:close/>
                <a:moveTo>
                  <a:pt x="447675" y="457200"/>
                </a:moveTo>
                <a:lnTo>
                  <a:pt x="333375" y="457200"/>
                </a:lnTo>
                <a:lnTo>
                  <a:pt x="333375" y="438150"/>
                </a:lnTo>
                <a:lnTo>
                  <a:pt x="447675" y="438150"/>
                </a:lnTo>
                <a:lnTo>
                  <a:pt x="447675" y="457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  <p:transition spd="slow">
    <p:wheel spokes="8"/>
  </p:transition>
  <p:timing>
    <p:tnLst>
      <p:par>
        <p:cTn id="50374" dur="indefinite" repeatCount="1000" spd="100%" accel="0%" decel="0%" restart="never" nodeType="tmRoot">
          <p:childTnLst>
            <p:seq concurrent="true" nextAc="seek">
              <p:cTn id="50375" dur="indefinite" repeatCount="1000" spd="100%" accel="0%" decel="0%" nodeType="mainSeq">
                <p:childTnLst>
                  <p:par>
                    <p:cTn id="50376" repeatCount="1000" spd="100%" accel="0%" decel="0%" fill="hold">
                      <p:stCondLst>
                        <p:cond delay="indefinite"/>
                        <p:cond evt="onBegin" delay="0">
                          <p:tn val="50375"/>
                        </p:cond>
                      </p:stCondLst>
                      <p:childTnLst>
                        <p:par>
                          <p:cTn id="5037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378" presetID="41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0380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81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82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83" dur="10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/10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0379" dur="1000" repeatCount="1000" spd="100%" accel="0%" decel="0%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8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8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386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87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8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389" presetID="4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ox(out)" transition="in">
                                      <p:cBhvr>
                                        <p:cTn id="50390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9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9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393" presetID="8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out)" transition="in">
                                      <p:cBhvr>
                                        <p:cTn id="50394" dur="10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95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9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397" presetID="1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9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9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400" presetID="1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402" dur="500" repeatCount="1000" spd="100%" accel="0%" decel="0%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>
                                        <p:cTn id="50401" dur="500" repeatCount="1000" spd="100%" accel="0%" decel="0%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0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0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0405" presetID="7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406" dur="2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07" dur="2000" repeatCount="1000" spd="100%" accel="0%" decel="0%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408" dur="2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2"/>
    </p:bldLst>
  </p:timing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Dunder Methods and Overloading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4029765" y="2850945"/>
            <a:ext cx="4139184" cy="1064274"/>
            <a:chOff x="4099560" y="2915672"/>
            <a:chExt cx="3992880" cy="1026656"/>
          </a:xfrm>
        </p:grpSpPr>
        <p:sp>
          <p:nvSpPr>
            <p:cNvPr name="Freeform 4" id="4"/>
            <p:cNvSpPr/>
            <p:nvPr/>
          </p:nvSpPr>
          <p:spPr>
            <a:xfrm flipV="true">
              <a:off x="4099560" y="2915672"/>
              <a:ext cx="3992880" cy="1026656"/>
            </a:xfrm>
            <a:custGeom>
              <a:avLst/>
              <a:gdLst/>
              <a:ahLst/>
              <a:cxnLst/>
              <a:rect r="r" b="b" t="t" l="l"/>
              <a:pathLst>
                <a:path w="21600" h="21600" stroke="true" fill="norm" extrusionOk="false">
                  <a:moveTo>
                    <a:pt x="15714" y="0"/>
                  </a:moveTo>
                  <a:lnTo>
                    <a:pt x="15714" y="813"/>
                  </a:lnTo>
                  <a:lnTo>
                    <a:pt x="2567" y="813"/>
                  </a:lnTo>
                  <a:cubicBezTo>
                    <a:pt x="1149" y="813"/>
                    <a:pt x="0" y="5283"/>
                    <a:pt x="0" y="10796"/>
                  </a:cubicBezTo>
                  <a:cubicBezTo>
                    <a:pt x="0" y="16309"/>
                    <a:pt x="1150" y="20777"/>
                    <a:pt x="2567" y="20777"/>
                  </a:cubicBezTo>
                  <a:lnTo>
                    <a:pt x="4227" y="20777"/>
                  </a:lnTo>
                  <a:cubicBezTo>
                    <a:pt x="4294" y="20790"/>
                    <a:pt x="4352" y="20595"/>
                    <a:pt x="4358" y="20335"/>
                  </a:cubicBezTo>
                  <a:cubicBezTo>
                    <a:pt x="4365" y="20039"/>
                    <a:pt x="4304" y="19785"/>
                    <a:pt x="4227" y="19793"/>
                  </a:cubicBezTo>
                  <a:lnTo>
                    <a:pt x="2583" y="19793"/>
                  </a:lnTo>
                  <a:cubicBezTo>
                    <a:pt x="1306" y="19793"/>
                    <a:pt x="271" y="15767"/>
                    <a:pt x="271" y="10801"/>
                  </a:cubicBezTo>
                  <a:cubicBezTo>
                    <a:pt x="271" y="5836"/>
                    <a:pt x="1306" y="1811"/>
                    <a:pt x="2583" y="1812"/>
                  </a:cubicBezTo>
                  <a:lnTo>
                    <a:pt x="15714" y="1812"/>
                  </a:lnTo>
                  <a:lnTo>
                    <a:pt x="15714" y="2677"/>
                  </a:lnTo>
                  <a:lnTo>
                    <a:pt x="16402" y="1337"/>
                  </a:lnTo>
                  <a:lnTo>
                    <a:pt x="15714" y="0"/>
                  </a:lnTo>
                  <a:close/>
                  <a:moveTo>
                    <a:pt x="17125" y="813"/>
                  </a:moveTo>
                  <a:cubicBezTo>
                    <a:pt x="17047" y="807"/>
                    <a:pt x="16985" y="1072"/>
                    <a:pt x="16994" y="1377"/>
                  </a:cubicBezTo>
                  <a:cubicBezTo>
                    <a:pt x="17001" y="1634"/>
                    <a:pt x="17059" y="1825"/>
                    <a:pt x="17125" y="1812"/>
                  </a:cubicBezTo>
                  <a:lnTo>
                    <a:pt x="19022" y="1812"/>
                  </a:lnTo>
                  <a:cubicBezTo>
                    <a:pt x="20299" y="1811"/>
                    <a:pt x="21334" y="5836"/>
                    <a:pt x="21334" y="10801"/>
                  </a:cubicBezTo>
                  <a:cubicBezTo>
                    <a:pt x="21334" y="15767"/>
                    <a:pt x="20299" y="19793"/>
                    <a:pt x="19022" y="19793"/>
                  </a:cubicBezTo>
                  <a:lnTo>
                    <a:pt x="6062" y="19793"/>
                  </a:lnTo>
                  <a:lnTo>
                    <a:pt x="6062" y="18923"/>
                  </a:lnTo>
                  <a:lnTo>
                    <a:pt x="5373" y="20263"/>
                  </a:lnTo>
                  <a:lnTo>
                    <a:pt x="6062" y="21600"/>
                  </a:lnTo>
                  <a:lnTo>
                    <a:pt x="6062" y="20777"/>
                  </a:lnTo>
                  <a:lnTo>
                    <a:pt x="19033" y="20777"/>
                  </a:lnTo>
                  <a:cubicBezTo>
                    <a:pt x="20450" y="20777"/>
                    <a:pt x="21600" y="16309"/>
                    <a:pt x="21600" y="10796"/>
                  </a:cubicBezTo>
                  <a:cubicBezTo>
                    <a:pt x="21600" y="5283"/>
                    <a:pt x="20451" y="813"/>
                    <a:pt x="19033" y="813"/>
                  </a:cubicBezTo>
                  <a:lnTo>
                    <a:pt x="17125" y="81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Freeform 5" id="5"/>
            <p:cNvSpPr/>
            <p:nvPr/>
          </p:nvSpPr>
          <p:spPr>
            <a:xfrm flipV="true">
              <a:off x="4212948" y="3055688"/>
              <a:ext cx="743179" cy="743351"/>
            </a:xfrm>
            <a:custGeom>
              <a:avLst/>
              <a:gdLst/>
              <a:ahLst/>
              <a:cxnLst/>
              <a:rect r="r" b="b" t="t" l="l"/>
              <a:pathLst>
                <a:path w="21532" h="21555" stroke="true" fill="norm" extrusionOk="false">
                  <a:moveTo>
                    <a:pt x="12835" y="2"/>
                  </a:moveTo>
                  <a:cubicBezTo>
                    <a:pt x="12729" y="-11"/>
                    <a:pt x="12659" y="38"/>
                    <a:pt x="12587" y="173"/>
                  </a:cubicBezTo>
                  <a:cubicBezTo>
                    <a:pt x="12290" y="722"/>
                    <a:pt x="11969" y="1259"/>
                    <a:pt x="11661" y="1801"/>
                  </a:cubicBezTo>
                  <a:cubicBezTo>
                    <a:pt x="11547" y="2002"/>
                    <a:pt x="11418" y="2100"/>
                    <a:pt x="11153" y="2074"/>
                  </a:cubicBezTo>
                  <a:cubicBezTo>
                    <a:pt x="10691" y="2029"/>
                    <a:pt x="10219" y="2032"/>
                    <a:pt x="9758" y="2112"/>
                  </a:cubicBezTo>
                  <a:cubicBezTo>
                    <a:pt x="9549" y="2148"/>
                    <a:pt x="9432" y="2096"/>
                    <a:pt x="9318" y="1917"/>
                  </a:cubicBezTo>
                  <a:cubicBezTo>
                    <a:pt x="8969" y="1371"/>
                    <a:pt x="8593" y="841"/>
                    <a:pt x="8243" y="295"/>
                  </a:cubicBezTo>
                  <a:cubicBezTo>
                    <a:pt x="8144" y="142"/>
                    <a:pt x="8068" y="121"/>
                    <a:pt x="7906" y="197"/>
                  </a:cubicBezTo>
                  <a:cubicBezTo>
                    <a:pt x="6846" y="687"/>
                    <a:pt x="5781" y="1174"/>
                    <a:pt x="4712" y="1645"/>
                  </a:cubicBezTo>
                  <a:cubicBezTo>
                    <a:pt x="4517" y="1731"/>
                    <a:pt x="4515" y="1819"/>
                    <a:pt x="4566" y="1996"/>
                  </a:cubicBezTo>
                  <a:cubicBezTo>
                    <a:pt x="4740" y="2608"/>
                    <a:pt x="4891" y="3227"/>
                    <a:pt x="5066" y="3839"/>
                  </a:cubicBezTo>
                  <a:cubicBezTo>
                    <a:pt x="5123" y="4038"/>
                    <a:pt x="5099" y="4170"/>
                    <a:pt x="4933" y="4306"/>
                  </a:cubicBezTo>
                  <a:cubicBezTo>
                    <a:pt x="4562" y="4610"/>
                    <a:pt x="4227" y="4959"/>
                    <a:pt x="3950" y="5348"/>
                  </a:cubicBezTo>
                  <a:cubicBezTo>
                    <a:pt x="3802" y="5555"/>
                    <a:pt x="3648" y="5572"/>
                    <a:pt x="3439" y="5529"/>
                  </a:cubicBezTo>
                  <a:cubicBezTo>
                    <a:pt x="2828" y="5404"/>
                    <a:pt x="2212" y="5296"/>
                    <a:pt x="1604" y="5158"/>
                  </a:cubicBezTo>
                  <a:cubicBezTo>
                    <a:pt x="1408" y="5113"/>
                    <a:pt x="1325" y="5153"/>
                    <a:pt x="1257" y="5338"/>
                  </a:cubicBezTo>
                  <a:cubicBezTo>
                    <a:pt x="856" y="6423"/>
                    <a:pt x="448" y="7506"/>
                    <a:pt x="34" y="8585"/>
                  </a:cubicBezTo>
                  <a:cubicBezTo>
                    <a:pt x="-35" y="8767"/>
                    <a:pt x="-5" y="8856"/>
                    <a:pt x="174" y="8953"/>
                  </a:cubicBezTo>
                  <a:cubicBezTo>
                    <a:pt x="722" y="9250"/>
                    <a:pt x="1256" y="9575"/>
                    <a:pt x="1798" y="9884"/>
                  </a:cubicBezTo>
                  <a:cubicBezTo>
                    <a:pt x="2000" y="9999"/>
                    <a:pt x="2092" y="10126"/>
                    <a:pt x="2063" y="10391"/>
                  </a:cubicBezTo>
                  <a:cubicBezTo>
                    <a:pt x="2013" y="10854"/>
                    <a:pt x="2037" y="11327"/>
                    <a:pt x="2115" y="11788"/>
                  </a:cubicBezTo>
                  <a:cubicBezTo>
                    <a:pt x="2150" y="11998"/>
                    <a:pt x="2090" y="12115"/>
                    <a:pt x="1914" y="12228"/>
                  </a:cubicBezTo>
                  <a:cubicBezTo>
                    <a:pt x="1368" y="12578"/>
                    <a:pt x="835" y="12954"/>
                    <a:pt x="290" y="13305"/>
                  </a:cubicBezTo>
                  <a:cubicBezTo>
                    <a:pt x="135" y="13404"/>
                    <a:pt x="124" y="13481"/>
                    <a:pt x="198" y="13642"/>
                  </a:cubicBezTo>
                  <a:cubicBezTo>
                    <a:pt x="687" y="14703"/>
                    <a:pt x="1171" y="15768"/>
                    <a:pt x="1641" y="16838"/>
                  </a:cubicBezTo>
                  <a:cubicBezTo>
                    <a:pt x="1728" y="17034"/>
                    <a:pt x="1816" y="17031"/>
                    <a:pt x="1992" y="16981"/>
                  </a:cubicBezTo>
                  <a:cubicBezTo>
                    <a:pt x="2604" y="16806"/>
                    <a:pt x="3222" y="16649"/>
                    <a:pt x="3837" y="16487"/>
                  </a:cubicBezTo>
                  <a:cubicBezTo>
                    <a:pt x="3929" y="16463"/>
                    <a:pt x="4021" y="16452"/>
                    <a:pt x="4116" y="16433"/>
                  </a:cubicBezTo>
                  <a:cubicBezTo>
                    <a:pt x="4162" y="16486"/>
                    <a:pt x="4203" y="16531"/>
                    <a:pt x="4242" y="16576"/>
                  </a:cubicBezTo>
                  <a:cubicBezTo>
                    <a:pt x="4569" y="16944"/>
                    <a:pt x="4921" y="17288"/>
                    <a:pt x="5318" y="17574"/>
                  </a:cubicBezTo>
                  <a:cubicBezTo>
                    <a:pt x="5533" y="17728"/>
                    <a:pt x="5573" y="17884"/>
                    <a:pt x="5526" y="18112"/>
                  </a:cubicBezTo>
                  <a:cubicBezTo>
                    <a:pt x="5399" y="18724"/>
                    <a:pt x="5286" y="19337"/>
                    <a:pt x="5148" y="19945"/>
                  </a:cubicBezTo>
                  <a:cubicBezTo>
                    <a:pt x="5104" y="20140"/>
                    <a:pt x="5146" y="20228"/>
                    <a:pt x="5332" y="20296"/>
                  </a:cubicBezTo>
                  <a:cubicBezTo>
                    <a:pt x="6416" y="20697"/>
                    <a:pt x="7497" y="21106"/>
                    <a:pt x="8576" y="21520"/>
                  </a:cubicBezTo>
                  <a:cubicBezTo>
                    <a:pt x="8757" y="21589"/>
                    <a:pt x="8847" y="21563"/>
                    <a:pt x="8944" y="21383"/>
                  </a:cubicBezTo>
                  <a:cubicBezTo>
                    <a:pt x="9240" y="20834"/>
                    <a:pt x="9561" y="20300"/>
                    <a:pt x="9870" y="19758"/>
                  </a:cubicBezTo>
                  <a:cubicBezTo>
                    <a:pt x="9983" y="19559"/>
                    <a:pt x="10110" y="19450"/>
                    <a:pt x="10377" y="19479"/>
                  </a:cubicBezTo>
                  <a:cubicBezTo>
                    <a:pt x="10827" y="19526"/>
                    <a:pt x="11290" y="19533"/>
                    <a:pt x="11736" y="19445"/>
                  </a:cubicBezTo>
                  <a:cubicBezTo>
                    <a:pt x="12007" y="19391"/>
                    <a:pt x="12127" y="19504"/>
                    <a:pt x="12253" y="19697"/>
                  </a:cubicBezTo>
                  <a:cubicBezTo>
                    <a:pt x="12595" y="20220"/>
                    <a:pt x="12950" y="20732"/>
                    <a:pt x="13288" y="21257"/>
                  </a:cubicBezTo>
                  <a:cubicBezTo>
                    <a:pt x="13386" y="21409"/>
                    <a:pt x="13464" y="21432"/>
                    <a:pt x="13628" y="21356"/>
                  </a:cubicBezTo>
                  <a:cubicBezTo>
                    <a:pt x="14688" y="20866"/>
                    <a:pt x="15750" y="20382"/>
                    <a:pt x="16818" y="19911"/>
                  </a:cubicBezTo>
                  <a:cubicBezTo>
                    <a:pt x="17012" y="19826"/>
                    <a:pt x="17019" y="19739"/>
                    <a:pt x="16968" y="19560"/>
                  </a:cubicBezTo>
                  <a:cubicBezTo>
                    <a:pt x="16793" y="18948"/>
                    <a:pt x="16643" y="18329"/>
                    <a:pt x="16468" y="17717"/>
                  </a:cubicBezTo>
                  <a:cubicBezTo>
                    <a:pt x="16411" y="17519"/>
                    <a:pt x="16434" y="17387"/>
                    <a:pt x="16600" y="17250"/>
                  </a:cubicBezTo>
                  <a:cubicBezTo>
                    <a:pt x="16972" y="16946"/>
                    <a:pt x="17305" y="16596"/>
                    <a:pt x="17584" y="16208"/>
                  </a:cubicBezTo>
                  <a:cubicBezTo>
                    <a:pt x="17730" y="16004"/>
                    <a:pt x="17879" y="15980"/>
                    <a:pt x="18092" y="16024"/>
                  </a:cubicBezTo>
                  <a:cubicBezTo>
                    <a:pt x="18702" y="16150"/>
                    <a:pt x="19319" y="16260"/>
                    <a:pt x="19927" y="16398"/>
                  </a:cubicBezTo>
                  <a:cubicBezTo>
                    <a:pt x="20121" y="16443"/>
                    <a:pt x="20205" y="16404"/>
                    <a:pt x="20274" y="16218"/>
                  </a:cubicBezTo>
                  <a:cubicBezTo>
                    <a:pt x="20674" y="15133"/>
                    <a:pt x="21083" y="14051"/>
                    <a:pt x="21496" y="12971"/>
                  </a:cubicBezTo>
                  <a:cubicBezTo>
                    <a:pt x="21565" y="12791"/>
                    <a:pt x="21540" y="12697"/>
                    <a:pt x="21360" y="12599"/>
                  </a:cubicBezTo>
                  <a:cubicBezTo>
                    <a:pt x="20811" y="12303"/>
                    <a:pt x="20278" y="11981"/>
                    <a:pt x="19736" y="11672"/>
                  </a:cubicBezTo>
                  <a:cubicBezTo>
                    <a:pt x="19535" y="11558"/>
                    <a:pt x="19437" y="11432"/>
                    <a:pt x="19467" y="11165"/>
                  </a:cubicBezTo>
                  <a:cubicBezTo>
                    <a:pt x="19518" y="10702"/>
                    <a:pt x="19493" y="10230"/>
                    <a:pt x="19416" y="9768"/>
                  </a:cubicBezTo>
                  <a:cubicBezTo>
                    <a:pt x="19381" y="9559"/>
                    <a:pt x="19443" y="9442"/>
                    <a:pt x="19620" y="9328"/>
                  </a:cubicBezTo>
                  <a:cubicBezTo>
                    <a:pt x="20166" y="8978"/>
                    <a:pt x="20695" y="8603"/>
                    <a:pt x="21241" y="8252"/>
                  </a:cubicBezTo>
                  <a:cubicBezTo>
                    <a:pt x="21394" y="8153"/>
                    <a:pt x="21411" y="8074"/>
                    <a:pt x="21336" y="7911"/>
                  </a:cubicBezTo>
                  <a:cubicBezTo>
                    <a:pt x="20847" y="6850"/>
                    <a:pt x="20363" y="5788"/>
                    <a:pt x="19893" y="4718"/>
                  </a:cubicBezTo>
                  <a:cubicBezTo>
                    <a:pt x="19807" y="4522"/>
                    <a:pt x="19718" y="4525"/>
                    <a:pt x="19542" y="4575"/>
                  </a:cubicBezTo>
                  <a:cubicBezTo>
                    <a:pt x="18918" y="4753"/>
                    <a:pt x="18287" y="4904"/>
                    <a:pt x="17663" y="5079"/>
                  </a:cubicBezTo>
                  <a:cubicBezTo>
                    <a:pt x="17491" y="5127"/>
                    <a:pt x="17378" y="5104"/>
                    <a:pt x="17261" y="4960"/>
                  </a:cubicBezTo>
                  <a:cubicBezTo>
                    <a:pt x="16959" y="4586"/>
                    <a:pt x="16598" y="4262"/>
                    <a:pt x="16212" y="3982"/>
                  </a:cubicBezTo>
                  <a:cubicBezTo>
                    <a:pt x="16000" y="3828"/>
                    <a:pt x="15960" y="3674"/>
                    <a:pt x="16008" y="3444"/>
                  </a:cubicBezTo>
                  <a:cubicBezTo>
                    <a:pt x="16135" y="2833"/>
                    <a:pt x="16244" y="2216"/>
                    <a:pt x="16383" y="1607"/>
                  </a:cubicBezTo>
                  <a:cubicBezTo>
                    <a:pt x="16427" y="1412"/>
                    <a:pt x="16388" y="1328"/>
                    <a:pt x="16202" y="1260"/>
                  </a:cubicBezTo>
                  <a:cubicBezTo>
                    <a:pt x="15118" y="859"/>
                    <a:pt x="14037" y="450"/>
                    <a:pt x="12958" y="36"/>
                  </a:cubicBezTo>
                  <a:cubicBezTo>
                    <a:pt x="12912" y="19"/>
                    <a:pt x="12871" y="7"/>
                    <a:pt x="128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Freeform 6" id="6"/>
            <p:cNvSpPr/>
            <p:nvPr/>
          </p:nvSpPr>
          <p:spPr>
            <a:xfrm flipV="true">
              <a:off x="7231147" y="3055688"/>
              <a:ext cx="743179" cy="743351"/>
            </a:xfrm>
            <a:custGeom>
              <a:avLst/>
              <a:gdLst/>
              <a:ahLst/>
              <a:cxnLst/>
              <a:rect r="r" b="b" t="t" l="l"/>
              <a:pathLst>
                <a:path w="21532" h="21555" stroke="true" fill="norm" extrusionOk="false">
                  <a:moveTo>
                    <a:pt x="12835" y="2"/>
                  </a:moveTo>
                  <a:cubicBezTo>
                    <a:pt x="12729" y="-11"/>
                    <a:pt x="12659" y="38"/>
                    <a:pt x="12587" y="173"/>
                  </a:cubicBezTo>
                  <a:cubicBezTo>
                    <a:pt x="12290" y="722"/>
                    <a:pt x="11969" y="1259"/>
                    <a:pt x="11661" y="1801"/>
                  </a:cubicBezTo>
                  <a:cubicBezTo>
                    <a:pt x="11547" y="2002"/>
                    <a:pt x="11418" y="2100"/>
                    <a:pt x="11153" y="2074"/>
                  </a:cubicBezTo>
                  <a:cubicBezTo>
                    <a:pt x="10691" y="2029"/>
                    <a:pt x="10219" y="2032"/>
                    <a:pt x="9758" y="2112"/>
                  </a:cubicBezTo>
                  <a:cubicBezTo>
                    <a:pt x="9549" y="2148"/>
                    <a:pt x="9432" y="2096"/>
                    <a:pt x="9318" y="1917"/>
                  </a:cubicBezTo>
                  <a:cubicBezTo>
                    <a:pt x="8969" y="1371"/>
                    <a:pt x="8593" y="841"/>
                    <a:pt x="8243" y="295"/>
                  </a:cubicBezTo>
                  <a:cubicBezTo>
                    <a:pt x="8144" y="142"/>
                    <a:pt x="8068" y="121"/>
                    <a:pt x="7906" y="197"/>
                  </a:cubicBezTo>
                  <a:cubicBezTo>
                    <a:pt x="6846" y="687"/>
                    <a:pt x="5781" y="1174"/>
                    <a:pt x="4712" y="1645"/>
                  </a:cubicBezTo>
                  <a:cubicBezTo>
                    <a:pt x="4517" y="1731"/>
                    <a:pt x="4515" y="1819"/>
                    <a:pt x="4566" y="1996"/>
                  </a:cubicBezTo>
                  <a:cubicBezTo>
                    <a:pt x="4740" y="2608"/>
                    <a:pt x="4891" y="3227"/>
                    <a:pt x="5066" y="3839"/>
                  </a:cubicBezTo>
                  <a:cubicBezTo>
                    <a:pt x="5123" y="4038"/>
                    <a:pt x="5099" y="4170"/>
                    <a:pt x="4933" y="4306"/>
                  </a:cubicBezTo>
                  <a:cubicBezTo>
                    <a:pt x="4562" y="4610"/>
                    <a:pt x="4227" y="4959"/>
                    <a:pt x="3950" y="5348"/>
                  </a:cubicBezTo>
                  <a:cubicBezTo>
                    <a:pt x="3802" y="5555"/>
                    <a:pt x="3648" y="5572"/>
                    <a:pt x="3439" y="5529"/>
                  </a:cubicBezTo>
                  <a:cubicBezTo>
                    <a:pt x="2828" y="5404"/>
                    <a:pt x="2212" y="5296"/>
                    <a:pt x="1604" y="5158"/>
                  </a:cubicBezTo>
                  <a:cubicBezTo>
                    <a:pt x="1408" y="5113"/>
                    <a:pt x="1325" y="5153"/>
                    <a:pt x="1257" y="5338"/>
                  </a:cubicBezTo>
                  <a:cubicBezTo>
                    <a:pt x="856" y="6423"/>
                    <a:pt x="448" y="7506"/>
                    <a:pt x="34" y="8585"/>
                  </a:cubicBezTo>
                  <a:cubicBezTo>
                    <a:pt x="-35" y="8767"/>
                    <a:pt x="-5" y="8856"/>
                    <a:pt x="174" y="8953"/>
                  </a:cubicBezTo>
                  <a:cubicBezTo>
                    <a:pt x="722" y="9250"/>
                    <a:pt x="1256" y="9575"/>
                    <a:pt x="1798" y="9884"/>
                  </a:cubicBezTo>
                  <a:cubicBezTo>
                    <a:pt x="2000" y="9999"/>
                    <a:pt x="2092" y="10126"/>
                    <a:pt x="2063" y="10391"/>
                  </a:cubicBezTo>
                  <a:cubicBezTo>
                    <a:pt x="2013" y="10854"/>
                    <a:pt x="2037" y="11327"/>
                    <a:pt x="2115" y="11788"/>
                  </a:cubicBezTo>
                  <a:cubicBezTo>
                    <a:pt x="2150" y="11998"/>
                    <a:pt x="2090" y="12115"/>
                    <a:pt x="1914" y="12228"/>
                  </a:cubicBezTo>
                  <a:cubicBezTo>
                    <a:pt x="1368" y="12578"/>
                    <a:pt x="835" y="12954"/>
                    <a:pt x="290" y="13305"/>
                  </a:cubicBezTo>
                  <a:cubicBezTo>
                    <a:pt x="135" y="13404"/>
                    <a:pt x="124" y="13481"/>
                    <a:pt x="198" y="13642"/>
                  </a:cubicBezTo>
                  <a:cubicBezTo>
                    <a:pt x="687" y="14703"/>
                    <a:pt x="1171" y="15768"/>
                    <a:pt x="1641" y="16838"/>
                  </a:cubicBezTo>
                  <a:cubicBezTo>
                    <a:pt x="1728" y="17034"/>
                    <a:pt x="1816" y="17031"/>
                    <a:pt x="1992" y="16981"/>
                  </a:cubicBezTo>
                  <a:cubicBezTo>
                    <a:pt x="2604" y="16806"/>
                    <a:pt x="3222" y="16649"/>
                    <a:pt x="3837" y="16487"/>
                  </a:cubicBezTo>
                  <a:cubicBezTo>
                    <a:pt x="3929" y="16463"/>
                    <a:pt x="4021" y="16452"/>
                    <a:pt x="4116" y="16433"/>
                  </a:cubicBezTo>
                  <a:cubicBezTo>
                    <a:pt x="4162" y="16486"/>
                    <a:pt x="4203" y="16531"/>
                    <a:pt x="4242" y="16576"/>
                  </a:cubicBezTo>
                  <a:cubicBezTo>
                    <a:pt x="4569" y="16944"/>
                    <a:pt x="4921" y="17288"/>
                    <a:pt x="5318" y="17574"/>
                  </a:cubicBezTo>
                  <a:cubicBezTo>
                    <a:pt x="5533" y="17728"/>
                    <a:pt x="5573" y="17884"/>
                    <a:pt x="5526" y="18112"/>
                  </a:cubicBezTo>
                  <a:cubicBezTo>
                    <a:pt x="5399" y="18724"/>
                    <a:pt x="5286" y="19337"/>
                    <a:pt x="5148" y="19945"/>
                  </a:cubicBezTo>
                  <a:cubicBezTo>
                    <a:pt x="5104" y="20140"/>
                    <a:pt x="5146" y="20228"/>
                    <a:pt x="5332" y="20296"/>
                  </a:cubicBezTo>
                  <a:cubicBezTo>
                    <a:pt x="6416" y="20697"/>
                    <a:pt x="7497" y="21106"/>
                    <a:pt x="8576" y="21520"/>
                  </a:cubicBezTo>
                  <a:cubicBezTo>
                    <a:pt x="8757" y="21589"/>
                    <a:pt x="8847" y="21563"/>
                    <a:pt x="8944" y="21383"/>
                  </a:cubicBezTo>
                  <a:cubicBezTo>
                    <a:pt x="9240" y="20834"/>
                    <a:pt x="9561" y="20300"/>
                    <a:pt x="9870" y="19758"/>
                  </a:cubicBezTo>
                  <a:cubicBezTo>
                    <a:pt x="9983" y="19559"/>
                    <a:pt x="10110" y="19450"/>
                    <a:pt x="10377" y="19479"/>
                  </a:cubicBezTo>
                  <a:cubicBezTo>
                    <a:pt x="10827" y="19526"/>
                    <a:pt x="11290" y="19533"/>
                    <a:pt x="11736" y="19445"/>
                  </a:cubicBezTo>
                  <a:cubicBezTo>
                    <a:pt x="12007" y="19391"/>
                    <a:pt x="12127" y="19504"/>
                    <a:pt x="12253" y="19697"/>
                  </a:cubicBezTo>
                  <a:cubicBezTo>
                    <a:pt x="12595" y="20220"/>
                    <a:pt x="12950" y="20732"/>
                    <a:pt x="13288" y="21257"/>
                  </a:cubicBezTo>
                  <a:cubicBezTo>
                    <a:pt x="13386" y="21409"/>
                    <a:pt x="13464" y="21432"/>
                    <a:pt x="13628" y="21356"/>
                  </a:cubicBezTo>
                  <a:cubicBezTo>
                    <a:pt x="14688" y="20866"/>
                    <a:pt x="15750" y="20382"/>
                    <a:pt x="16818" y="19911"/>
                  </a:cubicBezTo>
                  <a:cubicBezTo>
                    <a:pt x="17012" y="19826"/>
                    <a:pt x="17019" y="19739"/>
                    <a:pt x="16968" y="19560"/>
                  </a:cubicBezTo>
                  <a:cubicBezTo>
                    <a:pt x="16793" y="18948"/>
                    <a:pt x="16643" y="18329"/>
                    <a:pt x="16468" y="17717"/>
                  </a:cubicBezTo>
                  <a:cubicBezTo>
                    <a:pt x="16411" y="17519"/>
                    <a:pt x="16434" y="17387"/>
                    <a:pt x="16600" y="17250"/>
                  </a:cubicBezTo>
                  <a:cubicBezTo>
                    <a:pt x="16972" y="16946"/>
                    <a:pt x="17305" y="16596"/>
                    <a:pt x="17584" y="16208"/>
                  </a:cubicBezTo>
                  <a:cubicBezTo>
                    <a:pt x="17730" y="16004"/>
                    <a:pt x="17879" y="15980"/>
                    <a:pt x="18092" y="16024"/>
                  </a:cubicBezTo>
                  <a:cubicBezTo>
                    <a:pt x="18702" y="16150"/>
                    <a:pt x="19319" y="16260"/>
                    <a:pt x="19927" y="16398"/>
                  </a:cubicBezTo>
                  <a:cubicBezTo>
                    <a:pt x="20121" y="16443"/>
                    <a:pt x="20205" y="16404"/>
                    <a:pt x="20274" y="16218"/>
                  </a:cubicBezTo>
                  <a:cubicBezTo>
                    <a:pt x="20674" y="15133"/>
                    <a:pt x="21083" y="14051"/>
                    <a:pt x="21496" y="12971"/>
                  </a:cubicBezTo>
                  <a:cubicBezTo>
                    <a:pt x="21565" y="12791"/>
                    <a:pt x="21540" y="12697"/>
                    <a:pt x="21360" y="12599"/>
                  </a:cubicBezTo>
                  <a:cubicBezTo>
                    <a:pt x="20811" y="12303"/>
                    <a:pt x="20278" y="11981"/>
                    <a:pt x="19736" y="11672"/>
                  </a:cubicBezTo>
                  <a:cubicBezTo>
                    <a:pt x="19535" y="11558"/>
                    <a:pt x="19437" y="11432"/>
                    <a:pt x="19467" y="11165"/>
                  </a:cubicBezTo>
                  <a:cubicBezTo>
                    <a:pt x="19518" y="10702"/>
                    <a:pt x="19493" y="10230"/>
                    <a:pt x="19416" y="9768"/>
                  </a:cubicBezTo>
                  <a:cubicBezTo>
                    <a:pt x="19381" y="9559"/>
                    <a:pt x="19443" y="9442"/>
                    <a:pt x="19620" y="9328"/>
                  </a:cubicBezTo>
                  <a:cubicBezTo>
                    <a:pt x="20166" y="8978"/>
                    <a:pt x="20695" y="8603"/>
                    <a:pt x="21241" y="8252"/>
                  </a:cubicBezTo>
                  <a:cubicBezTo>
                    <a:pt x="21394" y="8153"/>
                    <a:pt x="21411" y="8074"/>
                    <a:pt x="21336" y="7911"/>
                  </a:cubicBezTo>
                  <a:cubicBezTo>
                    <a:pt x="20847" y="6850"/>
                    <a:pt x="20363" y="5788"/>
                    <a:pt x="19893" y="4718"/>
                  </a:cubicBezTo>
                  <a:cubicBezTo>
                    <a:pt x="19807" y="4522"/>
                    <a:pt x="19718" y="4525"/>
                    <a:pt x="19542" y="4575"/>
                  </a:cubicBezTo>
                  <a:cubicBezTo>
                    <a:pt x="18918" y="4753"/>
                    <a:pt x="18287" y="4904"/>
                    <a:pt x="17663" y="5079"/>
                  </a:cubicBezTo>
                  <a:cubicBezTo>
                    <a:pt x="17491" y="5127"/>
                    <a:pt x="17378" y="5104"/>
                    <a:pt x="17261" y="4960"/>
                  </a:cubicBezTo>
                  <a:cubicBezTo>
                    <a:pt x="16959" y="4586"/>
                    <a:pt x="16598" y="4262"/>
                    <a:pt x="16212" y="3982"/>
                  </a:cubicBezTo>
                  <a:cubicBezTo>
                    <a:pt x="16000" y="3828"/>
                    <a:pt x="15960" y="3674"/>
                    <a:pt x="16008" y="3444"/>
                  </a:cubicBezTo>
                  <a:cubicBezTo>
                    <a:pt x="16135" y="2833"/>
                    <a:pt x="16244" y="2216"/>
                    <a:pt x="16383" y="1607"/>
                  </a:cubicBezTo>
                  <a:cubicBezTo>
                    <a:pt x="16427" y="1412"/>
                    <a:pt x="16388" y="1328"/>
                    <a:pt x="16202" y="1260"/>
                  </a:cubicBezTo>
                  <a:cubicBezTo>
                    <a:pt x="15118" y="859"/>
                    <a:pt x="14037" y="450"/>
                    <a:pt x="12958" y="36"/>
                  </a:cubicBezTo>
                  <a:cubicBezTo>
                    <a:pt x="12912" y="19"/>
                    <a:pt x="12871" y="7"/>
                    <a:pt x="12835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</a:p>
          </p:txBody>
        </p:sp>
        <p:sp>
          <p:nvSpPr>
            <p:cNvPr name="Freeform 7" id="7"/>
            <p:cNvSpPr/>
            <p:nvPr/>
          </p:nvSpPr>
          <p:spPr>
            <a:xfrm>
              <a:off x="4426257" y="3212399"/>
              <a:ext cx="316561" cy="429927"/>
            </a:xfrm>
            <a:custGeom>
              <a:avLst/>
              <a:gdLst/>
              <a:ahLst/>
              <a:cxnLst/>
              <a:rect r="r" b="b" t="t" l="l"/>
              <a:pathLst>
                <a:path w="447102" h="607216" stroke="true" fill="norm" extrusionOk="true">
                  <a:moveTo>
                    <a:pt x="345526" y="386587"/>
                  </a:moveTo>
                  <a:lnTo>
                    <a:pt x="239995" y="415581"/>
                  </a:lnTo>
                  <a:lnTo>
                    <a:pt x="239995" y="569388"/>
                  </a:lnTo>
                  <a:lnTo>
                    <a:pt x="326897" y="545382"/>
                  </a:lnTo>
                  <a:cubicBezTo>
                    <a:pt x="316906" y="532703"/>
                    <a:pt x="316177" y="514516"/>
                    <a:pt x="326272" y="500902"/>
                  </a:cubicBezTo>
                  <a:cubicBezTo>
                    <a:pt x="331268" y="494251"/>
                    <a:pt x="338137" y="489783"/>
                    <a:pt x="345526" y="487600"/>
                  </a:cubicBezTo>
                  <a:close/>
                  <a:moveTo>
                    <a:pt x="101680" y="386587"/>
                  </a:moveTo>
                  <a:lnTo>
                    <a:pt x="101680" y="487600"/>
                  </a:lnTo>
                  <a:cubicBezTo>
                    <a:pt x="109069" y="489783"/>
                    <a:pt x="115938" y="494251"/>
                    <a:pt x="120934" y="500902"/>
                  </a:cubicBezTo>
                  <a:cubicBezTo>
                    <a:pt x="131029" y="514516"/>
                    <a:pt x="130301" y="532703"/>
                    <a:pt x="120206" y="545382"/>
                  </a:cubicBezTo>
                  <a:lnTo>
                    <a:pt x="207212" y="569284"/>
                  </a:lnTo>
                  <a:lnTo>
                    <a:pt x="207212" y="415581"/>
                  </a:lnTo>
                  <a:close/>
                  <a:moveTo>
                    <a:pt x="188062" y="249096"/>
                  </a:moveTo>
                  <a:lnTo>
                    <a:pt x="221678" y="282455"/>
                  </a:lnTo>
                  <a:lnTo>
                    <a:pt x="207836" y="381806"/>
                  </a:lnTo>
                  <a:lnTo>
                    <a:pt x="223551" y="386171"/>
                  </a:lnTo>
                  <a:lnTo>
                    <a:pt x="239370" y="381806"/>
                  </a:lnTo>
                  <a:lnTo>
                    <a:pt x="225529" y="282455"/>
                  </a:lnTo>
                  <a:lnTo>
                    <a:pt x="259040" y="249096"/>
                  </a:lnTo>
                  <a:lnTo>
                    <a:pt x="279959" y="266659"/>
                  </a:lnTo>
                  <a:lnTo>
                    <a:pt x="323462" y="286716"/>
                  </a:lnTo>
                  <a:cubicBezTo>
                    <a:pt x="324711" y="287236"/>
                    <a:pt x="328562" y="289107"/>
                    <a:pt x="329290" y="289522"/>
                  </a:cubicBezTo>
                  <a:cubicBezTo>
                    <a:pt x="369255" y="311554"/>
                    <a:pt x="387988" y="348966"/>
                    <a:pt x="404432" y="381910"/>
                  </a:cubicBezTo>
                  <a:cubicBezTo>
                    <a:pt x="404432" y="381910"/>
                    <a:pt x="446998" y="462035"/>
                    <a:pt x="446998" y="535509"/>
                  </a:cubicBezTo>
                  <a:cubicBezTo>
                    <a:pt x="446998" y="536340"/>
                    <a:pt x="447102" y="537276"/>
                    <a:pt x="447102" y="538107"/>
                  </a:cubicBezTo>
                  <a:cubicBezTo>
                    <a:pt x="447102" y="562113"/>
                    <a:pt x="426392" y="581547"/>
                    <a:pt x="400789" y="581547"/>
                  </a:cubicBezTo>
                  <a:cubicBezTo>
                    <a:pt x="398916" y="581547"/>
                    <a:pt x="397147" y="581443"/>
                    <a:pt x="395273" y="581131"/>
                  </a:cubicBezTo>
                  <a:cubicBezTo>
                    <a:pt x="382368" y="579157"/>
                    <a:pt x="371232" y="575104"/>
                    <a:pt x="361241" y="569908"/>
                  </a:cubicBezTo>
                  <a:lnTo>
                    <a:pt x="227922" y="606593"/>
                  </a:lnTo>
                  <a:cubicBezTo>
                    <a:pt x="227610" y="606696"/>
                    <a:pt x="227298" y="606800"/>
                    <a:pt x="226882" y="606800"/>
                  </a:cubicBezTo>
                  <a:cubicBezTo>
                    <a:pt x="226569" y="606904"/>
                    <a:pt x="226257" y="607008"/>
                    <a:pt x="225945" y="607008"/>
                  </a:cubicBezTo>
                  <a:cubicBezTo>
                    <a:pt x="225216" y="607112"/>
                    <a:pt x="224384" y="607216"/>
                    <a:pt x="223551" y="607216"/>
                  </a:cubicBezTo>
                  <a:cubicBezTo>
                    <a:pt x="222823" y="607216"/>
                    <a:pt x="221990" y="607112"/>
                    <a:pt x="221158" y="607008"/>
                  </a:cubicBezTo>
                  <a:cubicBezTo>
                    <a:pt x="220949" y="607008"/>
                    <a:pt x="220637" y="606904"/>
                    <a:pt x="220429" y="606800"/>
                  </a:cubicBezTo>
                  <a:lnTo>
                    <a:pt x="220221" y="606800"/>
                  </a:lnTo>
                  <a:cubicBezTo>
                    <a:pt x="219909" y="606800"/>
                    <a:pt x="219596" y="606696"/>
                    <a:pt x="219180" y="606593"/>
                  </a:cubicBezTo>
                  <a:lnTo>
                    <a:pt x="85861" y="569908"/>
                  </a:lnTo>
                  <a:cubicBezTo>
                    <a:pt x="75870" y="575104"/>
                    <a:pt x="64838" y="579157"/>
                    <a:pt x="51933" y="581131"/>
                  </a:cubicBezTo>
                  <a:cubicBezTo>
                    <a:pt x="50059" y="581443"/>
                    <a:pt x="48186" y="581547"/>
                    <a:pt x="46313" y="581547"/>
                  </a:cubicBezTo>
                  <a:cubicBezTo>
                    <a:pt x="20815" y="581547"/>
                    <a:pt x="0" y="562113"/>
                    <a:pt x="0" y="538107"/>
                  </a:cubicBezTo>
                  <a:cubicBezTo>
                    <a:pt x="0" y="537276"/>
                    <a:pt x="104" y="536340"/>
                    <a:pt x="104" y="535509"/>
                  </a:cubicBezTo>
                  <a:cubicBezTo>
                    <a:pt x="7077" y="454553"/>
                    <a:pt x="42670" y="381910"/>
                    <a:pt x="42670" y="381910"/>
                  </a:cubicBezTo>
                  <a:cubicBezTo>
                    <a:pt x="59218" y="348966"/>
                    <a:pt x="77847" y="311554"/>
                    <a:pt x="117916" y="289522"/>
                  </a:cubicBezTo>
                  <a:cubicBezTo>
                    <a:pt x="118644" y="289107"/>
                    <a:pt x="122495" y="287236"/>
                    <a:pt x="123744" y="286716"/>
                  </a:cubicBezTo>
                  <a:lnTo>
                    <a:pt x="167247" y="266659"/>
                  </a:lnTo>
                  <a:close/>
                  <a:moveTo>
                    <a:pt x="184672" y="89514"/>
                  </a:moveTo>
                  <a:cubicBezTo>
                    <a:pt x="164816" y="87682"/>
                    <a:pt x="141265" y="98256"/>
                    <a:pt x="144544" y="125639"/>
                  </a:cubicBezTo>
                  <a:cubicBezTo>
                    <a:pt x="150581" y="176248"/>
                    <a:pt x="180352" y="226753"/>
                    <a:pt x="223551" y="226753"/>
                  </a:cubicBezTo>
                  <a:cubicBezTo>
                    <a:pt x="264773" y="226753"/>
                    <a:pt x="302247" y="165960"/>
                    <a:pt x="302663" y="125639"/>
                  </a:cubicBezTo>
                  <a:cubicBezTo>
                    <a:pt x="303392" y="58403"/>
                    <a:pt x="256445" y="133537"/>
                    <a:pt x="202628" y="127822"/>
                  </a:cubicBezTo>
                  <a:cubicBezTo>
                    <a:pt x="220689" y="105583"/>
                    <a:pt x="204528" y="91346"/>
                    <a:pt x="184672" y="89514"/>
                  </a:cubicBezTo>
                  <a:close/>
                  <a:moveTo>
                    <a:pt x="223551" y="0"/>
                  </a:moveTo>
                  <a:cubicBezTo>
                    <a:pt x="297875" y="0"/>
                    <a:pt x="328270" y="38243"/>
                    <a:pt x="327646" y="102153"/>
                  </a:cubicBezTo>
                  <a:cubicBezTo>
                    <a:pt x="326709" y="194226"/>
                    <a:pt x="267583" y="249096"/>
                    <a:pt x="223551" y="249096"/>
                  </a:cubicBezTo>
                  <a:cubicBezTo>
                    <a:pt x="172025" y="249096"/>
                    <a:pt x="120498" y="194226"/>
                    <a:pt x="119457" y="102153"/>
                  </a:cubicBezTo>
                  <a:cubicBezTo>
                    <a:pt x="118832" y="38243"/>
                    <a:pt x="149332" y="0"/>
                    <a:pt x="2235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7444456" y="3212400"/>
              <a:ext cx="316561" cy="429927"/>
            </a:xfrm>
            <a:custGeom>
              <a:avLst/>
              <a:gdLst/>
              <a:ahLst/>
              <a:cxnLst/>
              <a:rect r="r" b="b" t="t" l="l"/>
              <a:pathLst>
                <a:path w="447102" h="607216" stroke="true" fill="norm" extrusionOk="true">
                  <a:moveTo>
                    <a:pt x="345526" y="386587"/>
                  </a:moveTo>
                  <a:lnTo>
                    <a:pt x="239995" y="415581"/>
                  </a:lnTo>
                  <a:lnTo>
                    <a:pt x="239995" y="569388"/>
                  </a:lnTo>
                  <a:lnTo>
                    <a:pt x="326897" y="545382"/>
                  </a:lnTo>
                  <a:cubicBezTo>
                    <a:pt x="316906" y="532703"/>
                    <a:pt x="316177" y="514516"/>
                    <a:pt x="326272" y="500902"/>
                  </a:cubicBezTo>
                  <a:cubicBezTo>
                    <a:pt x="331268" y="494251"/>
                    <a:pt x="338137" y="489783"/>
                    <a:pt x="345526" y="487600"/>
                  </a:cubicBezTo>
                  <a:close/>
                  <a:moveTo>
                    <a:pt x="101680" y="386587"/>
                  </a:moveTo>
                  <a:lnTo>
                    <a:pt x="101680" y="487600"/>
                  </a:lnTo>
                  <a:cubicBezTo>
                    <a:pt x="109069" y="489783"/>
                    <a:pt x="115938" y="494251"/>
                    <a:pt x="120934" y="500902"/>
                  </a:cubicBezTo>
                  <a:cubicBezTo>
                    <a:pt x="131029" y="514516"/>
                    <a:pt x="130301" y="532703"/>
                    <a:pt x="120206" y="545382"/>
                  </a:cubicBezTo>
                  <a:lnTo>
                    <a:pt x="207212" y="569284"/>
                  </a:lnTo>
                  <a:lnTo>
                    <a:pt x="207212" y="415581"/>
                  </a:lnTo>
                  <a:close/>
                  <a:moveTo>
                    <a:pt x="188062" y="249096"/>
                  </a:moveTo>
                  <a:lnTo>
                    <a:pt x="221678" y="282455"/>
                  </a:lnTo>
                  <a:lnTo>
                    <a:pt x="207836" y="381806"/>
                  </a:lnTo>
                  <a:lnTo>
                    <a:pt x="223551" y="386171"/>
                  </a:lnTo>
                  <a:lnTo>
                    <a:pt x="239370" y="381806"/>
                  </a:lnTo>
                  <a:lnTo>
                    <a:pt x="225529" y="282455"/>
                  </a:lnTo>
                  <a:lnTo>
                    <a:pt x="259040" y="249096"/>
                  </a:lnTo>
                  <a:lnTo>
                    <a:pt x="279959" y="266659"/>
                  </a:lnTo>
                  <a:lnTo>
                    <a:pt x="323462" y="286716"/>
                  </a:lnTo>
                  <a:cubicBezTo>
                    <a:pt x="324711" y="287236"/>
                    <a:pt x="328562" y="289107"/>
                    <a:pt x="329290" y="289522"/>
                  </a:cubicBezTo>
                  <a:cubicBezTo>
                    <a:pt x="369255" y="311554"/>
                    <a:pt x="387988" y="348966"/>
                    <a:pt x="404432" y="381910"/>
                  </a:cubicBezTo>
                  <a:cubicBezTo>
                    <a:pt x="404432" y="381910"/>
                    <a:pt x="446998" y="462035"/>
                    <a:pt x="446998" y="535509"/>
                  </a:cubicBezTo>
                  <a:cubicBezTo>
                    <a:pt x="446998" y="536340"/>
                    <a:pt x="447102" y="537276"/>
                    <a:pt x="447102" y="538107"/>
                  </a:cubicBezTo>
                  <a:cubicBezTo>
                    <a:pt x="447102" y="562113"/>
                    <a:pt x="426392" y="581547"/>
                    <a:pt x="400789" y="581547"/>
                  </a:cubicBezTo>
                  <a:cubicBezTo>
                    <a:pt x="398916" y="581547"/>
                    <a:pt x="397147" y="581443"/>
                    <a:pt x="395273" y="581131"/>
                  </a:cubicBezTo>
                  <a:cubicBezTo>
                    <a:pt x="382368" y="579157"/>
                    <a:pt x="371232" y="575104"/>
                    <a:pt x="361241" y="569908"/>
                  </a:cubicBezTo>
                  <a:lnTo>
                    <a:pt x="227922" y="606593"/>
                  </a:lnTo>
                  <a:cubicBezTo>
                    <a:pt x="227610" y="606696"/>
                    <a:pt x="227298" y="606800"/>
                    <a:pt x="226882" y="606800"/>
                  </a:cubicBezTo>
                  <a:cubicBezTo>
                    <a:pt x="226569" y="606904"/>
                    <a:pt x="226257" y="607008"/>
                    <a:pt x="225945" y="607008"/>
                  </a:cubicBezTo>
                  <a:cubicBezTo>
                    <a:pt x="225216" y="607112"/>
                    <a:pt x="224384" y="607216"/>
                    <a:pt x="223551" y="607216"/>
                  </a:cubicBezTo>
                  <a:cubicBezTo>
                    <a:pt x="222823" y="607216"/>
                    <a:pt x="221990" y="607112"/>
                    <a:pt x="221158" y="607008"/>
                  </a:cubicBezTo>
                  <a:cubicBezTo>
                    <a:pt x="220949" y="607008"/>
                    <a:pt x="220637" y="606904"/>
                    <a:pt x="220429" y="606800"/>
                  </a:cubicBezTo>
                  <a:lnTo>
                    <a:pt x="220221" y="606800"/>
                  </a:lnTo>
                  <a:cubicBezTo>
                    <a:pt x="219909" y="606800"/>
                    <a:pt x="219596" y="606696"/>
                    <a:pt x="219180" y="606593"/>
                  </a:cubicBezTo>
                  <a:lnTo>
                    <a:pt x="85861" y="569908"/>
                  </a:lnTo>
                  <a:cubicBezTo>
                    <a:pt x="75870" y="575104"/>
                    <a:pt x="64838" y="579157"/>
                    <a:pt x="51933" y="581131"/>
                  </a:cubicBezTo>
                  <a:cubicBezTo>
                    <a:pt x="50059" y="581443"/>
                    <a:pt x="48186" y="581547"/>
                    <a:pt x="46313" y="581547"/>
                  </a:cubicBezTo>
                  <a:cubicBezTo>
                    <a:pt x="20815" y="581547"/>
                    <a:pt x="0" y="562113"/>
                    <a:pt x="0" y="538107"/>
                  </a:cubicBezTo>
                  <a:cubicBezTo>
                    <a:pt x="0" y="537276"/>
                    <a:pt x="104" y="536340"/>
                    <a:pt x="104" y="535509"/>
                  </a:cubicBezTo>
                  <a:cubicBezTo>
                    <a:pt x="7077" y="454553"/>
                    <a:pt x="42670" y="381910"/>
                    <a:pt x="42670" y="381910"/>
                  </a:cubicBezTo>
                  <a:cubicBezTo>
                    <a:pt x="59218" y="348966"/>
                    <a:pt x="77847" y="311554"/>
                    <a:pt x="117916" y="289522"/>
                  </a:cubicBezTo>
                  <a:cubicBezTo>
                    <a:pt x="118644" y="289107"/>
                    <a:pt x="122495" y="287236"/>
                    <a:pt x="123744" y="286716"/>
                  </a:cubicBezTo>
                  <a:lnTo>
                    <a:pt x="167247" y="266659"/>
                  </a:lnTo>
                  <a:close/>
                  <a:moveTo>
                    <a:pt x="184672" y="89514"/>
                  </a:moveTo>
                  <a:cubicBezTo>
                    <a:pt x="164816" y="87682"/>
                    <a:pt x="141265" y="98256"/>
                    <a:pt x="144544" y="125639"/>
                  </a:cubicBezTo>
                  <a:cubicBezTo>
                    <a:pt x="150581" y="176248"/>
                    <a:pt x="180352" y="226753"/>
                    <a:pt x="223551" y="226753"/>
                  </a:cubicBezTo>
                  <a:cubicBezTo>
                    <a:pt x="264773" y="226753"/>
                    <a:pt x="302247" y="165960"/>
                    <a:pt x="302663" y="125639"/>
                  </a:cubicBezTo>
                  <a:cubicBezTo>
                    <a:pt x="303392" y="58403"/>
                    <a:pt x="256445" y="133537"/>
                    <a:pt x="202628" y="127822"/>
                  </a:cubicBezTo>
                  <a:cubicBezTo>
                    <a:pt x="220689" y="105583"/>
                    <a:pt x="204528" y="91346"/>
                    <a:pt x="184672" y="89514"/>
                  </a:cubicBezTo>
                  <a:close/>
                  <a:moveTo>
                    <a:pt x="223551" y="0"/>
                  </a:moveTo>
                  <a:cubicBezTo>
                    <a:pt x="297875" y="0"/>
                    <a:pt x="328270" y="38243"/>
                    <a:pt x="327646" y="102153"/>
                  </a:cubicBezTo>
                  <a:cubicBezTo>
                    <a:pt x="326709" y="194226"/>
                    <a:pt x="267583" y="249096"/>
                    <a:pt x="223551" y="249096"/>
                  </a:cubicBezTo>
                  <a:cubicBezTo>
                    <a:pt x="172025" y="249096"/>
                    <a:pt x="120498" y="194226"/>
                    <a:pt x="119457" y="102153"/>
                  </a:cubicBezTo>
                  <a:cubicBezTo>
                    <a:pt x="118832" y="38243"/>
                    <a:pt x="149332" y="0"/>
                    <a:pt x="2235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anchor="t" wrap="square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TextBox 9" id="9"/>
          <p:cNvSpPr txBox="true"/>
          <p:nvPr/>
        </p:nvSpPr>
        <p:spPr>
          <a:xfrm>
            <a:off x="674978" y="2862723"/>
            <a:ext cx="3183871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`def __add__(self,other): return self.n + other.n`. Customizes + operator.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674978" y="2480105"/>
            <a:ext cx="3183871" cy="370840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Special Methods like Add, Mul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333150" y="2996091"/>
            <a:ext cx="3183871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`def __str__(self): return f"Name: {self.name}"`. Pretty-prints objects.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8333150" y="2648756"/>
            <a:ext cx="3183871" cy="335557"/>
          </a:xfrm>
          <a:prstGeom prst="rect">
            <a:avLst/>
          </a:prstGeom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Str Representation</a:t>
            </a:r>
          </a:p>
        </p:txBody>
      </p:sp>
    </p:spTree>
  </p:cSld>
  <p:clrMapOvr>
    <a:masterClrMapping/>
  </p:clrMapOvr>
  <p:transition spd="slow">
    <p:wheel spokes="8"/>
  </p:transition>
  <p:timing>
    <p:tnLst>
      <p:par>
        <p:cTn id="52716" dur="indefinite" repeatCount="1000" spd="100%" accel="0%" decel="0%" restart="never" nodeType="tmRoot">
          <p:childTnLst>
            <p:seq concurrent="true" nextAc="seek">
              <p:cTn id="52717" dur="indefinite" repeatCount="1000" spd="100%" accel="0%" decel="0%" nodeType="mainSeq">
                <p:childTnLst>
                  <p:par>
                    <p:cTn id="52718" repeatCount="1000" spd="100%" accel="0%" decel="0%" fill="hold">
                      <p:stCondLst>
                        <p:cond delay="indefinite"/>
                        <p:cond evt="onBegin" delay="0">
                          <p:tn val="52717"/>
                        </p:cond>
                      </p:stCondLst>
                      <p:childTnLst>
                        <p:par>
                          <p:cTn id="5271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720" presetID="43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722" dur="4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23" dur="400" repeatCount="1000" spd="100%" accel="0%" decel="0%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24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25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2721" dur="1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26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2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728" presetID="2" presetClass="entr" presetSubtype="3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729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1+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30" dur="1000" repeatCount="1000" spd="100%" accel="0%" decel="0%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73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3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733" presetID="43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735" dur="4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36" dur="400" repeatCount="1000" spd="100%" accel="0%" decel="0%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37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38" dur="600" repeatCount="1000" spd="100%" accel="0%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fmla=""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fmla=""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fmla=""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fmla=""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fmla=""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fmla=""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fmla=""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fmla=""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fmla=""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fmla=""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fmla=""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fmla=""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fmla=""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fmla=""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fmla=""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fmla=""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fmla=""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fmla=""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fmla=""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2734" dur="100" repeatCount="1000" spd="100%" accel="0%" decel="0%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3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4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741" presetID="18" presetClass="entr" presetSubtype="3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strips(upRight)" transition="in">
                                      <p:cBhvr>
                                        <p:cTn id="52742" dur="5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4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4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2745" presetID="9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in">
                                      <p:cBhvr>
                                        <p:cTn id="52746" dur="1000" repeatCount="1000" spd="100%" accel="0%" decel="0%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4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Error Handling and Advanced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09</a:t>
            </a:r>
            <a:endParaRPr lang="en-US" sz="1100"/>
          </a:p>
        </p:txBody>
      </p:sp>
    </p:spTree>
  </p:cSld>
  <p:clrMapOvr>
    <a:masterClrMapping/>
  </p:clrMapOvr>
  <p:transition spd="fast">
    <p:cut/>
  </p:transition>
  <p:timing>
    <p:tnLst>
      <p:par>
        <p:cTn id="54439" dur="indefinite" repeatCount="1000" spd="100%" accel="0%" decel="0%" restart="never" nodeType="tmRoot">
          <p:childTnLst>
            <p:seq concurrent="true" nextAc="seek">
              <p:cTn id="54440" dur="indefinite" repeatCount="1000" spd="100%" accel="0%" decel="0%" nodeType="mainSeq">
                <p:childTnLst>
                  <p:par>
                    <p:cTn id="54441" repeatCount="1000" spd="100%" accel="0%" decel="0%" fill="hold">
                      <p:stCondLst>
                        <p:cond delay="indefinite"/>
                        <p:cond evt="onBegin" delay="0">
                          <p:tn val="54440"/>
                        </p:cond>
                      </p:stCondLst>
                      <p:childTnLst>
                        <p:par>
                          <p:cTn id="5444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443" presetID="48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445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80000">
                                          <p:val>
                                            <p:fltVal val="9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46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-1.0"/>
                                          </p:val>
                                        </p:tav>
                                        <p:tav fmla="" tm="50000">
                                          <p:val>
                                            <p:fltVal val="0.9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47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4444" dur="1000" repeatCount="1000" spd="100%" accel="0%" decel="0%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4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4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4450" presetID="26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452" dur="911" repeatCount="1000" spd="100%" accel="0%" decel="0%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53" dur="332" repeatCount="1000" spd="100%" accel="0%" decel="0%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54" dur="332" repeatCount="1000" spd="100%" accel="0%" decel="0%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55" dur="166" repeatCount="1000" spd="100%" accel="0%" decel="0%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56" dur="82" repeatCount="1000" spd="100%" accel="0%" decel="0%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54451" dur="290" repeatCount="1000" spd="100%" accel="0%" decel="0%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457" dur="13" repeatCount="1000" spd="100%" accel="0%" decel="0%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458" dur="83" repeatCount="1000" spd="100%" accel="0%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459" dur="13" repeatCount="1000" spd="100%" accel="0%" decel="0%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repeatCount="1000" spd="100%" accel="0%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 repeatCount="1000" spd="100%" accel="0%" decel="0%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repeatCount="1000" spd="100%" accel="0%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 repeatCount="1000" spd="100%" accel="0%" decel="0%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repeatCount="1000" spd="100%" accel="0%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446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Try-Except-Finally Blocks</a:t>
            </a:r>
          </a:p>
        </p:txBody>
      </p:sp>
      <p:sp>
        <p:nvSpPr>
          <p:cNvPr name="Freeform 3" id="3"/>
          <p:cNvSpPr/>
          <p:nvPr/>
        </p:nvSpPr>
        <p:spPr>
          <a:xfrm>
            <a:off x="3597200" y="1928519"/>
            <a:ext cx="1875636" cy="4118268"/>
          </a:xfrm>
          <a:custGeom>
            <a:avLst/>
            <a:gdLst/>
            <a:ahLst/>
            <a:cxnLst/>
            <a:rect r="r" b="b" t="t" l="l"/>
            <a:pathLst>
              <a:path w="918" h="2015" stroke="true" fill="norm" extrusionOk="true">
                <a:moveTo>
                  <a:pt x="697" y="2015"/>
                </a:moveTo>
                <a:lnTo>
                  <a:pt x="697" y="623"/>
                </a:lnTo>
                <a:lnTo>
                  <a:pt x="918" y="623"/>
                </a:lnTo>
                <a:lnTo>
                  <a:pt x="460" y="0"/>
                </a:lnTo>
                <a:lnTo>
                  <a:pt x="0" y="623"/>
                </a:lnTo>
                <a:lnTo>
                  <a:pt x="223" y="623"/>
                </a:lnTo>
                <a:lnTo>
                  <a:pt x="223" y="800"/>
                </a:lnTo>
              </a:path>
            </a:pathLst>
          </a:custGeom>
          <a:noFill/>
          <a:ln w="20638" cap="rnd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grpSp>
        <p:nvGrpSpPr>
          <p:cNvPr name="Group 4" id="4"/>
          <p:cNvGrpSpPr/>
          <p:nvPr/>
        </p:nvGrpSpPr>
        <p:grpSpPr>
          <a:xfrm>
            <a:off x="3773564" y="3536487"/>
            <a:ext cx="549546" cy="549542"/>
            <a:chOff x="2406923" y="2845390"/>
            <a:chExt cx="571222" cy="571221"/>
          </a:xfrm>
        </p:grpSpPr>
        <p:sp>
          <p:nvSpPr>
            <p:cNvPr name="AutoShape 5" id="5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2540113" y="3023891"/>
              <a:ext cx="304842" cy="214214"/>
            </a:xfrm>
            <a:custGeom>
              <a:avLst/>
              <a:gdLst/>
              <a:ahLst/>
              <a:cxnLst/>
              <a:rect r="r" b="b" t="t" l="l"/>
              <a:pathLst>
                <a:path w="607639" h="426991" stroke="true" fill="norm" extrusionOk="true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7" id="7"/>
          <p:cNvSpPr/>
          <p:nvPr/>
        </p:nvSpPr>
        <p:spPr>
          <a:xfrm>
            <a:off x="868624" y="4790640"/>
            <a:ext cx="3454485" cy="134870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6800" lIns="90000" bIns="46800" rIns="9000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Executes always—close files or connections regardless of errors.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68624" y="4360379"/>
            <a:ext cx="3454485" cy="340735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6800" lIns="90000" bIns="46800" rIns="9000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Finally for Cleanup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flipH="true" flipV="true">
            <a:off x="6614682" y="1028700"/>
            <a:ext cx="1875636" cy="4118268"/>
          </a:xfrm>
          <a:custGeom>
            <a:avLst/>
            <a:gdLst/>
            <a:ahLst/>
            <a:cxnLst/>
            <a:rect r="r" b="b" t="t" l="l"/>
            <a:pathLst>
              <a:path w="918" h="2015" stroke="true" fill="norm" extrusionOk="true">
                <a:moveTo>
                  <a:pt x="697" y="2015"/>
                </a:moveTo>
                <a:lnTo>
                  <a:pt x="697" y="623"/>
                </a:lnTo>
                <a:lnTo>
                  <a:pt x="918" y="623"/>
                </a:lnTo>
                <a:lnTo>
                  <a:pt x="460" y="0"/>
                </a:lnTo>
                <a:lnTo>
                  <a:pt x="0" y="623"/>
                </a:lnTo>
                <a:lnTo>
                  <a:pt x="223" y="623"/>
                </a:lnTo>
                <a:lnTo>
                  <a:pt x="223" y="800"/>
                </a:lnTo>
              </a:path>
            </a:pathLst>
          </a:custGeom>
          <a:noFill/>
          <a:ln w="20638" cap="rnd">
            <a:solidFill>
              <a:schemeClr val="accent3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grpSp>
        <p:nvGrpSpPr>
          <p:cNvPr name="Group 10" id="10"/>
          <p:cNvGrpSpPr/>
          <p:nvPr/>
        </p:nvGrpSpPr>
        <p:grpSpPr>
          <a:xfrm>
            <a:off x="7764139" y="2977420"/>
            <a:ext cx="549546" cy="549542"/>
            <a:chOff x="2406923" y="2845390"/>
            <a:chExt cx="571222" cy="571221"/>
          </a:xfrm>
        </p:grpSpPr>
        <p:sp>
          <p:nvSpPr>
            <p:cNvPr name="AutoShape 11" id="11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2540113" y="2978777"/>
              <a:ext cx="304842" cy="304441"/>
            </a:xfrm>
            <a:custGeom>
              <a:avLst/>
              <a:gdLst/>
              <a:ahLst/>
              <a:cxnLst/>
              <a:rect r="r" b="b" t="t" l="l"/>
              <a:pathLst>
                <a:path w="591547" h="590770" stroke="true" fill="norm" extrusionOk="true">
                  <a:moveTo>
                    <a:pt x="86413" y="515758"/>
                  </a:moveTo>
                  <a:lnTo>
                    <a:pt x="171919" y="515758"/>
                  </a:lnTo>
                  <a:lnTo>
                    <a:pt x="171919" y="537523"/>
                  </a:lnTo>
                  <a:lnTo>
                    <a:pt x="86413" y="537523"/>
                  </a:lnTo>
                  <a:close/>
                  <a:moveTo>
                    <a:pt x="86413" y="461733"/>
                  </a:moveTo>
                  <a:lnTo>
                    <a:pt x="171919" y="461733"/>
                  </a:lnTo>
                  <a:lnTo>
                    <a:pt x="171919" y="483498"/>
                  </a:lnTo>
                  <a:lnTo>
                    <a:pt x="86413" y="483498"/>
                  </a:lnTo>
                  <a:close/>
                  <a:moveTo>
                    <a:pt x="86413" y="408616"/>
                  </a:moveTo>
                  <a:lnTo>
                    <a:pt x="171919" y="408616"/>
                  </a:lnTo>
                  <a:lnTo>
                    <a:pt x="171919" y="429474"/>
                  </a:lnTo>
                  <a:lnTo>
                    <a:pt x="86413" y="429474"/>
                  </a:lnTo>
                  <a:close/>
                  <a:moveTo>
                    <a:pt x="204177" y="357041"/>
                  </a:moveTo>
                  <a:lnTo>
                    <a:pt x="204177" y="569815"/>
                  </a:lnTo>
                  <a:lnTo>
                    <a:pt x="333300" y="569815"/>
                  </a:lnTo>
                  <a:lnTo>
                    <a:pt x="333300" y="382026"/>
                  </a:lnTo>
                  <a:close/>
                  <a:moveTo>
                    <a:pt x="183194" y="357041"/>
                  </a:moveTo>
                  <a:lnTo>
                    <a:pt x="75053" y="382026"/>
                  </a:lnTo>
                  <a:lnTo>
                    <a:pt x="75053" y="569815"/>
                  </a:lnTo>
                  <a:lnTo>
                    <a:pt x="183194" y="569815"/>
                  </a:lnTo>
                  <a:close/>
                  <a:moveTo>
                    <a:pt x="247709" y="311838"/>
                  </a:moveTo>
                  <a:lnTo>
                    <a:pt x="322851" y="311838"/>
                  </a:lnTo>
                  <a:lnTo>
                    <a:pt x="322851" y="332826"/>
                  </a:lnTo>
                  <a:lnTo>
                    <a:pt x="247709" y="332826"/>
                  </a:lnTo>
                  <a:close/>
                  <a:moveTo>
                    <a:pt x="247709" y="257944"/>
                  </a:moveTo>
                  <a:lnTo>
                    <a:pt x="322851" y="257944"/>
                  </a:lnTo>
                  <a:lnTo>
                    <a:pt x="322851" y="279580"/>
                  </a:lnTo>
                  <a:lnTo>
                    <a:pt x="247709" y="279580"/>
                  </a:lnTo>
                  <a:close/>
                  <a:moveTo>
                    <a:pt x="247709" y="203919"/>
                  </a:moveTo>
                  <a:lnTo>
                    <a:pt x="322851" y="203919"/>
                  </a:lnTo>
                  <a:lnTo>
                    <a:pt x="322851" y="225684"/>
                  </a:lnTo>
                  <a:lnTo>
                    <a:pt x="247709" y="225684"/>
                  </a:lnTo>
                  <a:close/>
                  <a:moveTo>
                    <a:pt x="247709" y="150672"/>
                  </a:moveTo>
                  <a:lnTo>
                    <a:pt x="322851" y="150672"/>
                  </a:lnTo>
                  <a:lnTo>
                    <a:pt x="322851" y="171660"/>
                  </a:lnTo>
                  <a:lnTo>
                    <a:pt x="247709" y="171660"/>
                  </a:lnTo>
                  <a:close/>
                  <a:moveTo>
                    <a:pt x="355090" y="102357"/>
                  </a:moveTo>
                  <a:lnTo>
                    <a:pt x="355090" y="373160"/>
                  </a:lnTo>
                  <a:lnTo>
                    <a:pt x="355090" y="376384"/>
                  </a:lnTo>
                  <a:lnTo>
                    <a:pt x="355090" y="569815"/>
                  </a:lnTo>
                  <a:lnTo>
                    <a:pt x="484213" y="569815"/>
                  </a:lnTo>
                  <a:lnTo>
                    <a:pt x="484213" y="154744"/>
                  </a:lnTo>
                  <a:close/>
                  <a:moveTo>
                    <a:pt x="333300" y="99939"/>
                  </a:moveTo>
                  <a:lnTo>
                    <a:pt x="236458" y="125730"/>
                  </a:lnTo>
                  <a:lnTo>
                    <a:pt x="236458" y="341728"/>
                  </a:lnTo>
                  <a:lnTo>
                    <a:pt x="333300" y="360265"/>
                  </a:lnTo>
                  <a:close/>
                  <a:moveTo>
                    <a:pt x="397862" y="21761"/>
                  </a:moveTo>
                  <a:cubicBezTo>
                    <a:pt x="392213" y="21761"/>
                    <a:pt x="387371" y="26596"/>
                    <a:pt x="387371" y="32238"/>
                  </a:cubicBezTo>
                  <a:cubicBezTo>
                    <a:pt x="387371" y="37880"/>
                    <a:pt x="392213" y="42716"/>
                    <a:pt x="397862" y="42716"/>
                  </a:cubicBezTo>
                  <a:cubicBezTo>
                    <a:pt x="404318" y="42716"/>
                    <a:pt x="409160" y="37880"/>
                    <a:pt x="409160" y="32238"/>
                  </a:cubicBezTo>
                  <a:cubicBezTo>
                    <a:pt x="409160" y="26596"/>
                    <a:pt x="404318" y="21761"/>
                    <a:pt x="397862" y="21761"/>
                  </a:cubicBezTo>
                  <a:close/>
                  <a:moveTo>
                    <a:pt x="397862" y="0"/>
                  </a:moveTo>
                  <a:cubicBezTo>
                    <a:pt x="415616" y="0"/>
                    <a:pt x="430143" y="14507"/>
                    <a:pt x="430143" y="32238"/>
                  </a:cubicBezTo>
                  <a:cubicBezTo>
                    <a:pt x="430143" y="45940"/>
                    <a:pt x="421266" y="58029"/>
                    <a:pt x="409160" y="62865"/>
                  </a:cubicBezTo>
                  <a:lnTo>
                    <a:pt x="409160" y="100745"/>
                  </a:lnTo>
                  <a:lnTo>
                    <a:pt x="498740" y="137819"/>
                  </a:lnTo>
                  <a:cubicBezTo>
                    <a:pt x="502775" y="139431"/>
                    <a:pt x="506003" y="143461"/>
                    <a:pt x="506003" y="147491"/>
                  </a:cubicBezTo>
                  <a:lnTo>
                    <a:pt x="506003" y="569815"/>
                  </a:lnTo>
                  <a:lnTo>
                    <a:pt x="591547" y="569815"/>
                  </a:lnTo>
                  <a:lnTo>
                    <a:pt x="591547" y="590770"/>
                  </a:lnTo>
                  <a:lnTo>
                    <a:pt x="494705" y="590770"/>
                  </a:lnTo>
                  <a:lnTo>
                    <a:pt x="344598" y="590770"/>
                  </a:lnTo>
                  <a:lnTo>
                    <a:pt x="193685" y="590770"/>
                  </a:lnTo>
                  <a:lnTo>
                    <a:pt x="64562" y="590770"/>
                  </a:lnTo>
                  <a:lnTo>
                    <a:pt x="0" y="590770"/>
                  </a:lnTo>
                  <a:lnTo>
                    <a:pt x="0" y="569815"/>
                  </a:lnTo>
                  <a:lnTo>
                    <a:pt x="54070" y="569815"/>
                  </a:lnTo>
                  <a:lnTo>
                    <a:pt x="54070" y="373160"/>
                  </a:lnTo>
                  <a:cubicBezTo>
                    <a:pt x="54070" y="368324"/>
                    <a:pt x="57298" y="364294"/>
                    <a:pt x="62141" y="362683"/>
                  </a:cubicBezTo>
                  <a:lnTo>
                    <a:pt x="191264" y="333668"/>
                  </a:lnTo>
                  <a:cubicBezTo>
                    <a:pt x="192878" y="332862"/>
                    <a:pt x="194492" y="332862"/>
                    <a:pt x="195299" y="333668"/>
                  </a:cubicBezTo>
                  <a:cubicBezTo>
                    <a:pt x="196106" y="333668"/>
                    <a:pt x="196106" y="333668"/>
                    <a:pt x="196106" y="333668"/>
                  </a:cubicBezTo>
                  <a:lnTo>
                    <a:pt x="215475" y="336892"/>
                  </a:lnTo>
                  <a:lnTo>
                    <a:pt x="215475" y="116864"/>
                  </a:lnTo>
                  <a:cubicBezTo>
                    <a:pt x="215475" y="112028"/>
                    <a:pt x="218703" y="107999"/>
                    <a:pt x="223545" y="106387"/>
                  </a:cubicBezTo>
                  <a:lnTo>
                    <a:pt x="341370" y="75760"/>
                  </a:lnTo>
                  <a:cubicBezTo>
                    <a:pt x="342177" y="75760"/>
                    <a:pt x="342177" y="75760"/>
                    <a:pt x="342984" y="75760"/>
                  </a:cubicBezTo>
                  <a:cubicBezTo>
                    <a:pt x="343791" y="75760"/>
                    <a:pt x="344598" y="74954"/>
                    <a:pt x="345405" y="75760"/>
                  </a:cubicBezTo>
                  <a:cubicBezTo>
                    <a:pt x="346213" y="75760"/>
                    <a:pt x="347020" y="75760"/>
                    <a:pt x="347020" y="75760"/>
                  </a:cubicBezTo>
                  <a:cubicBezTo>
                    <a:pt x="347827" y="75760"/>
                    <a:pt x="347827" y="75760"/>
                    <a:pt x="348634" y="75760"/>
                  </a:cubicBezTo>
                  <a:lnTo>
                    <a:pt x="387371" y="91879"/>
                  </a:lnTo>
                  <a:lnTo>
                    <a:pt x="387371" y="62865"/>
                  </a:lnTo>
                  <a:cubicBezTo>
                    <a:pt x="375265" y="58029"/>
                    <a:pt x="365581" y="45940"/>
                    <a:pt x="365581" y="32238"/>
                  </a:cubicBezTo>
                  <a:cubicBezTo>
                    <a:pt x="365581" y="14507"/>
                    <a:pt x="380107" y="0"/>
                    <a:pt x="39786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3" id="13"/>
          <p:cNvSpPr/>
          <p:nvPr/>
        </p:nvSpPr>
        <p:spPr>
          <a:xfrm>
            <a:off x="7764138" y="1498692"/>
            <a:ext cx="3456000" cy="134870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`try: risky_code except ValueError: print("Error")`. Prevents crashes.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7764138" y="1085812"/>
            <a:ext cx="3456000" cy="340735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Catching Exceptions</a:t>
            </a:r>
            <a:endParaRPr lang="en-US" sz="1100"/>
          </a:p>
        </p:txBody>
      </p:sp>
    </p:spTree>
  </p:cSld>
  <p:clrMapOvr>
    <a:masterClrMapping/>
  </p:clrMapOvr>
  <p:transition spd="slow">
    <p:wipe dir="l"/>
  </p:transition>
  <p:timing>
    <p:tnLst>
      <p:par>
        <p:cTn id="56152" dur="indefinite" repeatCount="1000" spd="100%" accel="0%" decel="0%" restart="never" nodeType="tmRoot">
          <p:childTnLst>
            <p:seq concurrent="true" nextAc="seek">
              <p:cTn id="56153" dur="indefinite" repeatCount="1000" spd="100%" accel="0%" decel="0%" nodeType="mainSeq">
                <p:childTnLst>
                  <p:par>
                    <p:cTn id="56154" repeatCount="1000" spd="100%" accel="0%" decel="0%" fill="hold">
                      <p:stCondLst>
                        <p:cond delay="indefinite"/>
                        <p:cond evt="onBegin" delay="0">
                          <p:tn val="56153"/>
                        </p:cond>
                      </p:stCondLst>
                      <p:childTnLst>
                        <p:par>
                          <p:cTn id="5615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6156" presetID="22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down)" transition="in">
                                      <p:cBhvr>
                                        <p:cTn id="56157" dur="5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58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5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6160" presetID="21" presetClass="entr" presetSubtype="4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heel(4)" transition="in">
                                      <p:cBhvr>
                                        <p:cTn id="56161" dur="1000" repeatCount="1000" spd="100%" accel="0%" decel="0%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62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6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6164" presetID="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165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166" dur="1000" repeatCount="1000" spd="100%" accel="0%" decel="0%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167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6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6169" presetID="40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6171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72" dur="1000" repeatCount="1000" spd="100%" accel="0%" decel="0%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56170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17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7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6175" presetID="52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in">
                                      <p:cBhvr>
                                        <p:cTn id="56176" dur="10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56177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56178" dur="1000" repeatCount="1000" spd="100%" accel="0%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5617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8"/>
    </p:bldLst>
  </p:timing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Comprehensions and Lambdas</a:t>
            </a:r>
          </a:p>
        </p:txBody>
      </p:sp>
      <p:sp>
        <p:nvSpPr>
          <p:cNvPr name="AutoShape 3" id="3"/>
          <p:cNvSpPr/>
          <p:nvPr/>
        </p:nvSpPr>
        <p:spPr>
          <a:xfrm>
            <a:off x="6179824" y="1843876"/>
            <a:ext cx="5080000" cy="3332480"/>
          </a:xfrm>
          <a:prstGeom prst="roundRect">
            <a:avLst>
              <a:gd name="adj" fmla="val 5386"/>
            </a:avLst>
          </a:prstGeom>
          <a:solidFill>
            <a:schemeClr val="accent4">
              <a:alpha val="1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7050747" y="2305834"/>
            <a:ext cx="3905547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Anonymous Lambda Functions</a:t>
            </a:r>
          </a:p>
        </p:txBody>
      </p:sp>
      <p:sp>
        <p:nvSpPr>
          <p:cNvPr name="AutoShape 5" id="5"/>
          <p:cNvSpPr/>
          <p:nvPr/>
        </p:nvSpPr>
        <p:spPr>
          <a:xfrm>
            <a:off x="7050748" y="2755511"/>
            <a:ext cx="4011929" cy="134690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000000"/>
                </a:solidFill>
                <a:latin typeface="微软雅黑"/>
                <a:ea typeface="微软雅黑"/>
              </a:rPr>
              <a:t>`lambda x: x2`. Short, one-line functions for maps or sorts.</a:t>
            </a:r>
          </a:p>
        </p:txBody>
      </p:sp>
      <p:sp>
        <p:nvSpPr>
          <p:cNvPr name="AutoShape 6" id="6"/>
          <p:cNvSpPr/>
          <p:nvPr/>
        </p:nvSpPr>
        <p:spPr>
          <a:xfrm>
            <a:off x="902678" y="1843876"/>
            <a:ext cx="5080000" cy="3332480"/>
          </a:xfrm>
          <a:prstGeom prst="roundRect">
            <a:avLst>
              <a:gd name="adj" fmla="val 5386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1152570" y="2305834"/>
            <a:ext cx="3905547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List Comprehensions</a:t>
            </a:r>
          </a:p>
        </p:txBody>
      </p:sp>
      <p:sp>
        <p:nvSpPr>
          <p:cNvPr name="AutoShape 8" id="8"/>
          <p:cNvSpPr/>
          <p:nvPr/>
        </p:nvSpPr>
        <p:spPr>
          <a:xfrm>
            <a:off x="1152571" y="2755511"/>
            <a:ext cx="4011929" cy="134690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000000"/>
                </a:solidFill>
                <a:latin typeface="微软雅黑"/>
                <a:ea typeface="微软雅黑"/>
              </a:rPr>
              <a:t>`[x2 for x in range(10)]`. Concise list creation from iterables.</a:t>
            </a:r>
          </a:p>
        </p:txBody>
      </p:sp>
      <p:sp>
        <p:nvSpPr>
          <p:cNvPr name="AutoShape 9" id="9"/>
          <p:cNvSpPr/>
          <p:nvPr/>
        </p:nvSpPr>
        <p:spPr>
          <a:xfrm>
            <a:off x="5218138" y="2803058"/>
            <a:ext cx="1529080" cy="1529080"/>
          </a:xfrm>
          <a:prstGeom prst="ellipse">
            <a:avLst/>
          </a:prstGeom>
          <a:solidFill>
            <a:schemeClr val="accent1"/>
          </a:solidFill>
          <a:ln w="127000">
            <a:solidFill>
              <a:schemeClr val="bg1"/>
            </a:solidFill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  <p:transition spd="slow">
    <p:blinds dir="horz"/>
  </p:transition>
  <p:timing>
    <p:tnLst>
      <p:par>
        <p:cTn id="58729" dur="indefinite" repeatCount="1000" spd="100%" accel="0%" decel="0%" restart="never" nodeType="tmRoot">
          <p:childTnLst>
            <p:seq concurrent="true" nextAc="seek">
              <p:cTn id="58730" dur="indefinite" repeatCount="1000" spd="100%" accel="0%" decel="0%" nodeType="mainSeq">
                <p:childTnLst>
                  <p:par>
                    <p:cTn id="58731" repeatCount="1000" spd="100%" accel="0%" decel="0%" fill="hold">
                      <p:stCondLst>
                        <p:cond delay="indefinite"/>
                        <p:cond evt="onBegin" delay="0">
                          <p:tn val="58730"/>
                        </p:cond>
                      </p:stCondLst>
                      <p:childTnLst>
                        <p:par>
                          <p:cTn id="5873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733" presetID="2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 transition="in">
                                      <p:cBhvr>
                                        <p:cTn id="58734" dur="5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735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36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737" presetID="1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739" dur="500" repeatCount="1000" spd="100%" accel="0%" decel="0%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58738" dur="5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740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41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742" presetID="3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in">
                                      <p:cBhvr>
                                        <p:cTn id="58743" dur="1000" repeatCount="1000" spd="100%" accel="0%" decel="0%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744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4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746" presetID="17" presetClass="entr" presetSubtype="1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747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748" dur="5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74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5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58751" presetID="1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753" dur="500" repeatCount="1000" spd="100%" accel="0%" decel="0%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>
                                        <p:cTn id="58752" dur="500" repeatCount="1000" spd="100%" accel="0%" decel="0%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754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4858927" y="3144376"/>
            <a:ext cx="4950919" cy="79631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2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Practical Applications and Best Practices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051005" y="3315018"/>
            <a:ext cx="251752" cy="889909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z="18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3330379" y="3098253"/>
            <a:ext cx="1622621" cy="132343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8000" spc="100" baseline="0" u="none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10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60924" dur="indefinite" repeatCount="1000" spd="100%" accel="0%" decel="0%" restart="never" nodeType="tmRoot">
          <p:childTnLst>
            <p:seq concurrent="true" nextAc="seek">
              <p:cTn id="60925" dur="indefinite" repeatCount="1000" spd="100%" accel="0%" decel="0%" nodeType="mainSeq">
                <p:childTnLst>
                  <p:par>
                    <p:cTn id="60926" repeatCount="1000" spd="100%" accel="0%" decel="0%" fill="hold">
                      <p:stCondLst>
                        <p:cond delay="indefinite"/>
                        <p:cond evt="onBegin" delay="0">
                          <p:tn val="60925"/>
                        </p:cond>
                      </p:stCondLst>
                      <p:childTnLst>
                        <p:par>
                          <p:cTn id="60927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928" presetID="2" presetClass="entr" presetSubtype="8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929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w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930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931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32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0933" presetID="26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935" dur="911" repeatCount="1000" spd="100%" accel="0%" decel="0%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936" dur="332" repeatCount="1000" spd="100%" accel="0%" decel="0%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937" dur="332" repeatCount="1000" spd="100%" accel="0%" decel="0%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938" dur="166" repeatCount="1000" spd="100%" accel="0%" decel="0%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939" dur="82" repeatCount="1000" spd="100%" accel="0%" decel="0%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fmla=""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Effect filter="wipe(down)" transition="in">
                                      <p:cBhvr>
                                        <p:cTn id="60934" dur="290" repeatCount="1000" spd="100%" accel="0%" decel="0%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940" dur="13" repeatCount="1000" spd="100%" accel="0%" decel="0%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941" dur="83" repeatCount="1000" spd="100%" accel="0%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942" dur="13" repeatCount="1000" spd="100%" accel="0%" decel="0%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repeatCount="1000" spd="100%" accel="0%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 repeatCount="1000" spd="100%" accel="0%" decel="0%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repeatCount="1000" spd="100%" accel="0%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 repeatCount="1000" spd="100%" accel="0%" decel="0%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repeatCount="1000" spd="100%" accel="0%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60943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Real-World Exercises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968549" y="3314316"/>
            <a:ext cx="3418668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Book tickets, fare info; add/subtract/divide. Hands-on OOP application.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968549" y="2903464"/>
            <a:ext cx="341866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Train and Calculator Classes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flipH="true">
            <a:off x="6145105" y="2000979"/>
            <a:ext cx="0" cy="2969227"/>
          </a:xfrm>
          <a:prstGeom prst="line">
            <a:avLst/>
          </a:prstGeom>
          <a:ln w="9525">
            <a:solidFill>
              <a:schemeClr val="tx1">
                <a:alpha val="30000"/>
                <a:lumMod val="50000"/>
                <a:lumOff val="50000"/>
              </a:schemeClr>
            </a:solidFill>
          </a:ln>
        </p:spPr>
      </p:cxnSp>
      <p:sp>
        <p:nvSpPr>
          <p:cNvPr name="TextBox 6" id="6"/>
          <p:cNvSpPr txBox="true"/>
          <p:nvPr/>
        </p:nvSpPr>
        <p:spPr>
          <a:xfrm>
            <a:off x="6804783" y="3323748"/>
            <a:ext cx="3418668" cy="13450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Micro-framework for APIs; fetch news or OpenAI responses.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804783" y="2894032"/>
            <a:ext cx="341866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Flask Web Integration</a:t>
            </a:r>
            <a:endParaRPr lang="en-US" sz="1100"/>
          </a:p>
        </p:txBody>
      </p:sp>
      <p:grpSp>
        <p:nvGrpSpPr>
          <p:cNvPr name="Group 8" id="8"/>
          <p:cNvGrpSpPr/>
          <p:nvPr/>
        </p:nvGrpSpPr>
        <p:grpSpPr>
          <a:xfrm>
            <a:off x="8254146" y="2189204"/>
            <a:ext cx="519942" cy="460391"/>
            <a:chOff x="746886" y="1499545"/>
            <a:chExt cx="576021" cy="510047"/>
          </a:xfrm>
        </p:grpSpPr>
        <p:sp>
          <p:nvSpPr>
            <p:cNvPr name="Freeform 9" id="9"/>
            <p:cNvSpPr/>
            <p:nvPr/>
          </p:nvSpPr>
          <p:spPr>
            <a:xfrm>
              <a:off x="746886" y="1499545"/>
              <a:ext cx="576021" cy="510047"/>
            </a:xfrm>
            <a:custGeom>
              <a:avLst/>
              <a:gdLst/>
              <a:ahLst/>
              <a:cxnLst/>
              <a:rect r="r" b="b" t="t" l="l"/>
              <a:pathLst>
                <a:path w="2970156" h="2629970" stroke="true" fill="norm" extrusionOk="true">
                  <a:moveTo>
                    <a:pt x="680329" y="2629970"/>
                  </a:moveTo>
                  <a:lnTo>
                    <a:pt x="2289827" y="2629970"/>
                  </a:lnTo>
                  <a:lnTo>
                    <a:pt x="2969192" y="1315917"/>
                  </a:lnTo>
                  <a:lnTo>
                    <a:pt x="2970156" y="1315917"/>
                  </a:lnTo>
                  <a:lnTo>
                    <a:pt x="2969674" y="1314985"/>
                  </a:lnTo>
                  <a:lnTo>
                    <a:pt x="2970156" y="1314053"/>
                  </a:lnTo>
                  <a:lnTo>
                    <a:pt x="2969192" y="1314053"/>
                  </a:lnTo>
                  <a:lnTo>
                    <a:pt x="2289827" y="0"/>
                  </a:lnTo>
                  <a:lnTo>
                    <a:pt x="680329" y="0"/>
                  </a:lnTo>
                  <a:lnTo>
                    <a:pt x="964" y="1314053"/>
                  </a:lnTo>
                  <a:lnTo>
                    <a:pt x="0" y="1314053"/>
                  </a:lnTo>
                  <a:lnTo>
                    <a:pt x="482" y="1314985"/>
                  </a:lnTo>
                  <a:lnTo>
                    <a:pt x="0" y="1315917"/>
                  </a:lnTo>
                  <a:lnTo>
                    <a:pt x="964" y="13159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anchor="ctr" wrap="square" tIns="66675" lIns="780256" bIns="66675" rIns="646906">
              <a:noAutofit/>
            </a:bodyPr>
            <a:p>
              <a:pPr algn="ctr" mar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  <p:sp>
          <p:nvSpPr>
            <p:cNvPr name="Freeform 10" id="10"/>
            <p:cNvSpPr/>
            <p:nvPr/>
          </p:nvSpPr>
          <p:spPr>
            <a:xfrm>
              <a:off x="932116" y="1677483"/>
              <a:ext cx="205561" cy="154170"/>
            </a:xfrm>
            <a:custGeom>
              <a:avLst/>
              <a:gdLst/>
              <a:ahLst/>
              <a:cxnLst/>
              <a:rect r="r" b="b" t="t" l="l"/>
              <a:pathLst>
                <a:path w="533400" h="400050" stroke="true" fill="norm" extrusionOk="true">
                  <a:moveTo>
                    <a:pt x="534008" y="621"/>
                  </a:moveTo>
                  <a:lnTo>
                    <a:pt x="534008" y="400671"/>
                  </a:lnTo>
                  <a:lnTo>
                    <a:pt x="608" y="400671"/>
                  </a:lnTo>
                  <a:lnTo>
                    <a:pt x="608" y="621"/>
                  </a:lnTo>
                  <a:lnTo>
                    <a:pt x="534008" y="621"/>
                  </a:lnTo>
                  <a:close/>
                  <a:moveTo>
                    <a:pt x="375607" y="172071"/>
                  </a:moveTo>
                  <a:lnTo>
                    <a:pt x="247401" y="341616"/>
                  </a:lnTo>
                  <a:lnTo>
                    <a:pt x="139768" y="235317"/>
                  </a:lnTo>
                  <a:lnTo>
                    <a:pt x="19658" y="381621"/>
                  </a:lnTo>
                  <a:lnTo>
                    <a:pt x="514958" y="381621"/>
                  </a:lnTo>
                  <a:lnTo>
                    <a:pt x="375607" y="172071"/>
                  </a:lnTo>
                  <a:close/>
                  <a:moveTo>
                    <a:pt x="95858" y="57771"/>
                  </a:moveTo>
                  <a:cubicBezTo>
                    <a:pt x="74808" y="57771"/>
                    <a:pt x="57758" y="74821"/>
                    <a:pt x="57758" y="95871"/>
                  </a:cubicBezTo>
                  <a:cubicBezTo>
                    <a:pt x="57758" y="116921"/>
                    <a:pt x="74808" y="133971"/>
                    <a:pt x="95858" y="133971"/>
                  </a:cubicBezTo>
                  <a:cubicBezTo>
                    <a:pt x="116908" y="133971"/>
                    <a:pt x="133958" y="116921"/>
                    <a:pt x="133958" y="95871"/>
                  </a:cubicBezTo>
                  <a:cubicBezTo>
                    <a:pt x="133958" y="74821"/>
                    <a:pt x="116908" y="57771"/>
                    <a:pt x="95858" y="577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3417912" y="2189204"/>
            <a:ext cx="519942" cy="460391"/>
            <a:chOff x="4091372" y="1499545"/>
            <a:chExt cx="576021" cy="510047"/>
          </a:xfrm>
        </p:grpSpPr>
        <p:sp>
          <p:nvSpPr>
            <p:cNvPr name="Freeform 12" id="12"/>
            <p:cNvSpPr/>
            <p:nvPr/>
          </p:nvSpPr>
          <p:spPr>
            <a:xfrm>
              <a:off x="4091372" y="1499545"/>
              <a:ext cx="576021" cy="510047"/>
            </a:xfrm>
            <a:custGeom>
              <a:avLst/>
              <a:gdLst/>
              <a:ahLst/>
              <a:cxnLst/>
              <a:rect r="r" b="b" t="t" l="l"/>
              <a:pathLst>
                <a:path w="2970156" h="2629970" stroke="true" fill="norm" extrusionOk="true">
                  <a:moveTo>
                    <a:pt x="680329" y="2629970"/>
                  </a:moveTo>
                  <a:lnTo>
                    <a:pt x="2289827" y="2629970"/>
                  </a:lnTo>
                  <a:lnTo>
                    <a:pt x="2969192" y="1315917"/>
                  </a:lnTo>
                  <a:lnTo>
                    <a:pt x="2970156" y="1315917"/>
                  </a:lnTo>
                  <a:lnTo>
                    <a:pt x="2969674" y="1314985"/>
                  </a:lnTo>
                  <a:lnTo>
                    <a:pt x="2970156" y="1314053"/>
                  </a:lnTo>
                  <a:lnTo>
                    <a:pt x="2969192" y="1314053"/>
                  </a:lnTo>
                  <a:lnTo>
                    <a:pt x="2289827" y="0"/>
                  </a:lnTo>
                  <a:lnTo>
                    <a:pt x="680329" y="0"/>
                  </a:lnTo>
                  <a:lnTo>
                    <a:pt x="964" y="1314053"/>
                  </a:lnTo>
                  <a:lnTo>
                    <a:pt x="0" y="1314053"/>
                  </a:lnTo>
                  <a:lnTo>
                    <a:pt x="482" y="1314985"/>
                  </a:lnTo>
                  <a:lnTo>
                    <a:pt x="0" y="1315917"/>
                  </a:lnTo>
                  <a:lnTo>
                    <a:pt x="964" y="1315917"/>
                  </a:lnTo>
                  <a:close/>
                </a:path>
              </a:pathLst>
            </a:custGeom>
            <a:solidFill>
              <a:schemeClr val="tx1">
                <a:alpha val="50000"/>
                <a:lumMod val="50000"/>
                <a:lumOff val="50000"/>
              </a:schemeClr>
            </a:solidFill>
            <a:ln>
              <a:noFill/>
            </a:ln>
          </p:spPr>
          <p:txBody>
            <a:bodyPr vert="horz" anchor="ctr" wrap="square" tIns="66675" lIns="780256" bIns="66675" rIns="646906">
              <a:noAutofit/>
            </a:bodyPr>
            <a:p>
              <a:pPr algn="ctr" mar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  <p:sp>
          <p:nvSpPr>
            <p:cNvPr name="Freeform 13" id="13"/>
            <p:cNvSpPr/>
            <p:nvPr/>
          </p:nvSpPr>
          <p:spPr>
            <a:xfrm>
              <a:off x="4276602" y="1670142"/>
              <a:ext cx="205561" cy="168853"/>
            </a:xfrm>
            <a:custGeom>
              <a:avLst/>
              <a:gdLst/>
              <a:ahLst/>
              <a:cxnLst/>
              <a:rect r="r" b="b" t="t" l="l"/>
              <a:pathLst>
                <a:path w="533400" h="438150" stroke="true" fill="norm" extrusionOk="true">
                  <a:moveTo>
                    <a:pt x="96626" y="133971"/>
                  </a:moveTo>
                  <a:lnTo>
                    <a:pt x="125201" y="286371"/>
                  </a:lnTo>
                  <a:lnTo>
                    <a:pt x="410951" y="286371"/>
                  </a:lnTo>
                  <a:lnTo>
                    <a:pt x="439526" y="133971"/>
                  </a:lnTo>
                  <a:lnTo>
                    <a:pt x="534776" y="133971"/>
                  </a:lnTo>
                  <a:lnTo>
                    <a:pt x="515726" y="381621"/>
                  </a:lnTo>
                  <a:lnTo>
                    <a:pt x="458576" y="381621"/>
                  </a:lnTo>
                  <a:lnTo>
                    <a:pt x="458576" y="438771"/>
                  </a:lnTo>
                  <a:lnTo>
                    <a:pt x="439526" y="438771"/>
                  </a:lnTo>
                  <a:lnTo>
                    <a:pt x="439526" y="381621"/>
                  </a:lnTo>
                  <a:lnTo>
                    <a:pt x="96626" y="381621"/>
                  </a:lnTo>
                  <a:lnTo>
                    <a:pt x="96626" y="438771"/>
                  </a:lnTo>
                  <a:lnTo>
                    <a:pt x="77576" y="438771"/>
                  </a:lnTo>
                  <a:lnTo>
                    <a:pt x="77576" y="381621"/>
                  </a:lnTo>
                  <a:lnTo>
                    <a:pt x="20426" y="381621"/>
                  </a:lnTo>
                  <a:lnTo>
                    <a:pt x="1376" y="133971"/>
                  </a:lnTo>
                  <a:lnTo>
                    <a:pt x="96626" y="133971"/>
                  </a:lnTo>
                  <a:close/>
                  <a:moveTo>
                    <a:pt x="487151" y="621"/>
                  </a:moveTo>
                  <a:lnTo>
                    <a:pt x="487151" y="114921"/>
                  </a:lnTo>
                  <a:lnTo>
                    <a:pt x="425239" y="114921"/>
                  </a:lnTo>
                  <a:lnTo>
                    <a:pt x="396664" y="267321"/>
                  </a:lnTo>
                  <a:lnTo>
                    <a:pt x="139489" y="267321"/>
                  </a:lnTo>
                  <a:lnTo>
                    <a:pt x="110914" y="114921"/>
                  </a:lnTo>
                  <a:lnTo>
                    <a:pt x="58526" y="114921"/>
                  </a:lnTo>
                  <a:lnTo>
                    <a:pt x="58526" y="621"/>
                  </a:lnTo>
                  <a:lnTo>
                    <a:pt x="487151" y="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</p:spTree>
  </p:cSld>
  <p:clrMapOvr>
    <a:masterClrMapping/>
  </p:clrMapOvr>
  <p:transition spd="slow">
    <p:wipe dir="l"/>
  </p:transition>
  <p:timing>
    <p:tnLst>
      <p:par>
        <p:cTn id="62332" dur="indefinite" repeatCount="1000" spd="100%" accel="0%" decel="0%" restart="never" nodeType="tmRoot">
          <p:childTnLst>
            <p:seq concurrent="true" nextAc="seek">
              <p:cTn id="62333" dur="indefinite" repeatCount="1000" spd="100%" accel="0%" decel="0%" nodeType="mainSeq">
                <p:childTnLst>
                  <p:par>
                    <p:cTn id="62334" repeatCount="1000" spd="100%" accel="0%" decel="0%" fill="hold">
                      <p:stCondLst>
                        <p:cond delay="indefinite"/>
                        <p:cond evt="onBegin" delay="0">
                          <p:tn val="62333"/>
                        </p:cond>
                      </p:stCondLst>
                      <p:childTnLst>
                        <p:par>
                          <p:cTn id="6233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2336" presetID="4" presetClass="entr" presetSubtype="16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in">
                                      <p:cBhvr>
                                        <p:cTn id="62337" dur="1000" repeatCount="1000" spd="100%" accel="0%" decel="0%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338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3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2340" presetID="2" presetClass="entr" presetSubtype="1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341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342" dur="1000" repeatCount="1000" spd="100%" accel="0%" decel="0%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-#ppt_h/2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34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4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2345" presetID="50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347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+.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348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2346" dur="1000" repeatCount="1000" spd="100%" accel="0%" decel="0%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349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5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2351" presetID="18" presetClass="entr" presetSubtype="1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strips(downLeft)" transition="in">
                                      <p:cBhvr>
                                        <p:cTn id="62352" dur="500" repeatCount="1000" spd="100%" accel="0%" decel="0%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353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54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2355" presetID="27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62356" dur="50" repeatCount="1000" spd="100%" accel="0%" decel="0%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357" dur="50" repeatCount="1000" spd="100%" accel="0%" decel="0%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fmla=""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358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359" dur="50" repeatCount="1000" spd="100%" accel="0%" decel="0%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6"/>
    </p:bldLst>
  </p:timing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-17697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Conclusion: Path to Proficiency</a:t>
            </a:r>
          </a:p>
        </p:txBody>
      </p:sp>
      <p:sp>
        <p:nvSpPr>
          <p:cNvPr name="Freeform 3" id="3"/>
          <p:cNvSpPr/>
          <p:nvPr/>
        </p:nvSpPr>
        <p:spPr>
          <a:xfrm>
            <a:off x="4340311" y="1649156"/>
            <a:ext cx="3118544" cy="1778601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21600"/>
                </a:moveTo>
                <a:cubicBezTo>
                  <a:pt x="0" y="9674"/>
                  <a:pt x="5515" y="0"/>
                  <a:pt x="12314" y="0"/>
                </a:cubicBezTo>
                <a:cubicBezTo>
                  <a:pt x="16025" y="0"/>
                  <a:pt x="19354" y="2885"/>
                  <a:pt x="21600" y="7423"/>
                </a:cubicBezTo>
              </a:path>
            </a:pathLst>
          </a:custGeom>
          <a:noFill/>
          <a:ln w="38100" cap="flat">
            <a:solidFill>
              <a:schemeClr val="accent1">
                <a:alpha val="10000"/>
              </a:schemeClr>
            </a:solidFill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7371819" y="2178691"/>
            <a:ext cx="182652" cy="188771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17396" y="0"/>
                </a:moveTo>
                <a:lnTo>
                  <a:pt x="0" y="14306"/>
                </a:lnTo>
                <a:lnTo>
                  <a:pt x="21600" y="21600"/>
                </a:lnTo>
                <a:lnTo>
                  <a:pt x="1739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cap="flat">
            <a:noFill/>
            <a:prstDash val="solid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4774686" y="3323353"/>
            <a:ext cx="2277715" cy="1424581"/>
          </a:xfrm>
          <a:custGeom>
            <a:avLst/>
            <a:gdLst/>
            <a:ahLst/>
            <a:cxnLst/>
            <a:rect r="r" b="b" t="t" l="l"/>
            <a:pathLst>
              <a:path w="21407" h="19790" stroke="true" fill="norm" extrusionOk="false">
                <a:moveTo>
                  <a:pt x="21407" y="14360"/>
                </a:moveTo>
                <a:cubicBezTo>
                  <a:pt x="16510" y="21600"/>
                  <a:pt x="8567" y="21600"/>
                  <a:pt x="3670" y="14360"/>
                </a:cubicBezTo>
                <a:cubicBezTo>
                  <a:pt x="1004" y="10418"/>
                  <a:pt x="-193" y="5149"/>
                  <a:pt x="25" y="0"/>
                </a:cubicBezTo>
              </a:path>
            </a:pathLst>
          </a:custGeom>
          <a:noFill/>
          <a:ln w="38100" cap="flat">
            <a:solidFill>
              <a:schemeClr val="accent1">
                <a:alpha val="10000"/>
              </a:schemeClr>
            </a:solidFill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6956795" y="4267818"/>
            <a:ext cx="188760" cy="182712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4494"/>
                </a:moveTo>
                <a:lnTo>
                  <a:pt x="14306" y="21600"/>
                </a:lnTo>
                <a:lnTo>
                  <a:pt x="21600" y="0"/>
                </a:lnTo>
                <a:lnTo>
                  <a:pt x="0" y="44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cap="flat">
            <a:noFill/>
            <a:prstDash val="solid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>
            <a:off x="3451632" y="2541564"/>
            <a:ext cx="1777358" cy="1774873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  <a:miter lim="800000"/>
          </a:ln>
          <a:effectLst/>
        </p:spPr>
        <p:txBody>
          <a:bodyPr vert="horz" anchor="ctr" tIns="0" lIns="0" bIns="0" rIns="0">
            <a:normAutofit/>
          </a:bodyPr>
          <a:p>
            <a:pPr algn="ctr" marL="0"/>
            <a:r>
              <a:rPr lang="zh-CN" b="true" i="false" sz="1600" baseline="0" u="none" altLang="en-US">
                <a:solidFill>
                  <a:schemeClr val="bg1">
                    <a:lumMod val="95000"/>
                  </a:schemeClr>
                </a:solidFill>
                <a:latin typeface="微软雅黑"/>
                <a:ea typeface="微软雅黑"/>
              </a:rPr>
              <a:t>Practice and Perseverance</a:t>
            </a:r>
          </a:p>
        </p:txBody>
      </p:sp>
      <p:sp>
        <p:nvSpPr>
          <p:cNvPr name="Freeform 8" id="8"/>
          <p:cNvSpPr/>
          <p:nvPr/>
        </p:nvSpPr>
        <p:spPr>
          <a:xfrm>
            <a:off x="5164642" y="2081398"/>
            <a:ext cx="2279817" cy="1360031"/>
          </a:xfrm>
          <a:custGeom>
            <a:avLst/>
            <a:gdLst/>
            <a:ahLst/>
            <a:cxnLst/>
            <a:rect r="r" b="b" t="t" l="l"/>
            <a:pathLst>
              <a:path w="21547" h="19713" stroke="true" fill="norm" extrusionOk="false">
                <a:moveTo>
                  <a:pt x="0" y="5663"/>
                </a:moveTo>
                <a:cubicBezTo>
                  <a:pt x="4928" y="-1887"/>
                  <a:pt x="12922" y="-1887"/>
                  <a:pt x="17849" y="5663"/>
                </a:cubicBezTo>
                <a:cubicBezTo>
                  <a:pt x="20368" y="9521"/>
                  <a:pt x="21600" y="14638"/>
                  <a:pt x="21545" y="19713"/>
                </a:cubicBezTo>
              </a:path>
            </a:pathLst>
          </a:custGeom>
          <a:noFill/>
          <a:ln w="38100" cap="flat">
            <a:solidFill>
              <a:schemeClr val="accent1">
                <a:alpha val="10000"/>
              </a:schemeClr>
            </a:solidFill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>
            <a:off x="5094756" y="2370059"/>
            <a:ext cx="185140" cy="185056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21600" y="15878"/>
                </a:moveTo>
                <a:lnTo>
                  <a:pt x="5722" y="0"/>
                </a:lnTo>
                <a:lnTo>
                  <a:pt x="0" y="21600"/>
                </a:lnTo>
                <a:lnTo>
                  <a:pt x="21600" y="158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cap="flat">
            <a:noFill/>
            <a:prstDash val="solid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0" id="10"/>
          <p:cNvSpPr/>
          <p:nvPr/>
        </p:nvSpPr>
        <p:spPr>
          <a:xfrm>
            <a:off x="4835210" y="3427757"/>
            <a:ext cx="3063547" cy="1781088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21600" y="0"/>
                </a:moveTo>
                <a:cubicBezTo>
                  <a:pt x="21600" y="11941"/>
                  <a:pt x="15986" y="21600"/>
                  <a:pt x="9044" y="21600"/>
                </a:cubicBezTo>
                <a:cubicBezTo>
                  <a:pt x="5492" y="21600"/>
                  <a:pt x="2266" y="19036"/>
                  <a:pt x="0" y="14927"/>
                </a:cubicBezTo>
              </a:path>
            </a:pathLst>
          </a:custGeom>
          <a:noFill/>
          <a:ln w="38100" cap="flat">
            <a:solidFill>
              <a:schemeClr val="accent1">
                <a:alpha val="10000"/>
              </a:schemeClr>
            </a:solidFill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1" id="11"/>
          <p:cNvSpPr/>
          <p:nvPr/>
        </p:nvSpPr>
        <p:spPr>
          <a:xfrm>
            <a:off x="4780300" y="4609429"/>
            <a:ext cx="186339" cy="185096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5826" y="21600"/>
                </a:moveTo>
                <a:lnTo>
                  <a:pt x="21600" y="5722"/>
                </a:lnTo>
                <a:lnTo>
                  <a:pt x="0" y="0"/>
                </a:lnTo>
                <a:lnTo>
                  <a:pt x="5826" y="216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cap="flat">
            <a:noFill/>
            <a:prstDash val="solid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" id="12"/>
          <p:cNvSpPr/>
          <p:nvPr/>
        </p:nvSpPr>
        <p:spPr>
          <a:xfrm>
            <a:off x="7010077" y="2541564"/>
            <a:ext cx="1774873" cy="1774873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cap="flat" cmpd="sng">
            <a:noFill/>
            <a:prstDash val="solid"/>
            <a:miter lim="800000"/>
          </a:ln>
          <a:effectLst/>
        </p:spPr>
        <p:txBody>
          <a:bodyPr vert="horz" anchor="ctr" tIns="0" lIns="0" bIns="0" rIns="0">
            <a:normAutofit/>
          </a:bodyPr>
          <a:p>
            <a:pPr algn="ctr" marL="0"/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Career Applications</a:t>
            </a:r>
          </a:p>
        </p:txBody>
      </p:sp>
      <p:grpSp>
        <p:nvGrpSpPr>
          <p:cNvPr name="Group 13" id="13"/>
          <p:cNvGrpSpPr/>
          <p:nvPr/>
        </p:nvGrpSpPr>
        <p:grpSpPr>
          <a:xfrm>
            <a:off x="3259353" y="3166748"/>
            <a:ext cx="524504" cy="524504"/>
            <a:chOff x="6280764" y="3249404"/>
            <a:chExt cx="725076" cy="725076"/>
          </a:xfrm>
        </p:grpSpPr>
        <p:sp>
          <p:nvSpPr>
            <p:cNvPr name="AutoShape 14" id="14"/>
            <p:cNvSpPr/>
            <p:nvPr/>
          </p:nvSpPr>
          <p:spPr>
            <a:xfrm>
              <a:off x="6280764" y="3249404"/>
              <a:ext cx="725076" cy="725076"/>
            </a:xfrm>
            <a:prstGeom prst="ellipse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</a:ln>
            <a:effectLst/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6477469" y="3429853"/>
              <a:ext cx="331665" cy="364178"/>
            </a:xfrm>
            <a:custGeom>
              <a:avLst/>
              <a:gdLst/>
              <a:ahLst/>
              <a:cxnLst/>
              <a:rect r="r" b="b" t="t" l="l"/>
              <a:pathLst>
                <a:path w="554291" h="608626" stroke="true" fill="norm" extrusionOk="true">
                  <a:moveTo>
                    <a:pt x="456672" y="415857"/>
                  </a:moveTo>
                  <a:cubicBezTo>
                    <a:pt x="461878" y="415857"/>
                    <a:pt x="467099" y="417848"/>
                    <a:pt x="471089" y="421830"/>
                  </a:cubicBezTo>
                  <a:cubicBezTo>
                    <a:pt x="479068" y="429793"/>
                    <a:pt x="479068" y="442676"/>
                    <a:pt x="471089" y="450522"/>
                  </a:cubicBezTo>
                  <a:lnTo>
                    <a:pt x="413830" y="507673"/>
                  </a:lnTo>
                  <a:cubicBezTo>
                    <a:pt x="409841" y="511654"/>
                    <a:pt x="404678" y="513645"/>
                    <a:pt x="399398" y="513645"/>
                  </a:cubicBezTo>
                  <a:cubicBezTo>
                    <a:pt x="394235" y="513645"/>
                    <a:pt x="389072" y="511654"/>
                    <a:pt x="385083" y="507673"/>
                  </a:cubicBezTo>
                  <a:lnTo>
                    <a:pt x="346128" y="468792"/>
                  </a:lnTo>
                  <a:cubicBezTo>
                    <a:pt x="338149" y="460945"/>
                    <a:pt x="338149" y="448063"/>
                    <a:pt x="346128" y="440099"/>
                  </a:cubicBezTo>
                  <a:cubicBezTo>
                    <a:pt x="354107" y="432136"/>
                    <a:pt x="367013" y="432136"/>
                    <a:pt x="374875" y="440099"/>
                  </a:cubicBezTo>
                  <a:lnTo>
                    <a:pt x="399398" y="464576"/>
                  </a:lnTo>
                  <a:lnTo>
                    <a:pt x="442342" y="421830"/>
                  </a:lnTo>
                  <a:cubicBezTo>
                    <a:pt x="446273" y="417848"/>
                    <a:pt x="451465" y="415857"/>
                    <a:pt x="456672" y="415857"/>
                  </a:cubicBezTo>
                  <a:close/>
                  <a:moveTo>
                    <a:pt x="407270" y="358184"/>
                  </a:moveTo>
                  <a:cubicBezTo>
                    <a:pt x="348837" y="358184"/>
                    <a:pt x="301434" y="405508"/>
                    <a:pt x="301434" y="463844"/>
                  </a:cubicBezTo>
                  <a:cubicBezTo>
                    <a:pt x="301434" y="522295"/>
                    <a:pt x="348837" y="569619"/>
                    <a:pt x="407270" y="569619"/>
                  </a:cubicBezTo>
                  <a:cubicBezTo>
                    <a:pt x="465703" y="569619"/>
                    <a:pt x="513106" y="522295"/>
                    <a:pt x="513106" y="463844"/>
                  </a:cubicBezTo>
                  <a:cubicBezTo>
                    <a:pt x="513106" y="405508"/>
                    <a:pt x="465703" y="358184"/>
                    <a:pt x="407270" y="358184"/>
                  </a:cubicBezTo>
                  <a:close/>
                  <a:moveTo>
                    <a:pt x="316218" y="170998"/>
                  </a:moveTo>
                  <a:cubicBezTo>
                    <a:pt x="301317" y="170998"/>
                    <a:pt x="289231" y="183063"/>
                    <a:pt x="289231" y="197939"/>
                  </a:cubicBezTo>
                  <a:cubicBezTo>
                    <a:pt x="289231" y="212816"/>
                    <a:pt x="301317" y="224881"/>
                    <a:pt x="316218" y="224881"/>
                  </a:cubicBezTo>
                  <a:cubicBezTo>
                    <a:pt x="331002" y="224881"/>
                    <a:pt x="343205" y="212816"/>
                    <a:pt x="343205" y="197939"/>
                  </a:cubicBezTo>
                  <a:cubicBezTo>
                    <a:pt x="343205" y="183063"/>
                    <a:pt x="331002" y="170998"/>
                    <a:pt x="316218" y="170998"/>
                  </a:cubicBezTo>
                  <a:close/>
                  <a:moveTo>
                    <a:pt x="111586" y="170998"/>
                  </a:moveTo>
                  <a:cubicBezTo>
                    <a:pt x="96801" y="170998"/>
                    <a:pt x="84599" y="183063"/>
                    <a:pt x="84599" y="197939"/>
                  </a:cubicBezTo>
                  <a:cubicBezTo>
                    <a:pt x="84599" y="212816"/>
                    <a:pt x="96801" y="224881"/>
                    <a:pt x="111586" y="224881"/>
                  </a:cubicBezTo>
                  <a:cubicBezTo>
                    <a:pt x="126487" y="224881"/>
                    <a:pt x="138573" y="212816"/>
                    <a:pt x="138573" y="197939"/>
                  </a:cubicBezTo>
                  <a:cubicBezTo>
                    <a:pt x="138573" y="183063"/>
                    <a:pt x="126487" y="170998"/>
                    <a:pt x="111586" y="170998"/>
                  </a:cubicBezTo>
                  <a:close/>
                  <a:moveTo>
                    <a:pt x="9387" y="134568"/>
                  </a:moveTo>
                  <a:lnTo>
                    <a:pt x="418417" y="134568"/>
                  </a:lnTo>
                  <a:cubicBezTo>
                    <a:pt x="423580" y="134568"/>
                    <a:pt x="427804" y="138785"/>
                    <a:pt x="427804" y="143939"/>
                  </a:cubicBezTo>
                  <a:lnTo>
                    <a:pt x="427804" y="320349"/>
                  </a:lnTo>
                  <a:cubicBezTo>
                    <a:pt x="499026" y="329486"/>
                    <a:pt x="554291" y="390397"/>
                    <a:pt x="554291" y="463844"/>
                  </a:cubicBezTo>
                  <a:cubicBezTo>
                    <a:pt x="554291" y="543732"/>
                    <a:pt x="489287" y="608626"/>
                    <a:pt x="409382" y="608626"/>
                  </a:cubicBezTo>
                  <a:cubicBezTo>
                    <a:pt x="357520" y="608626"/>
                    <a:pt x="311994" y="581333"/>
                    <a:pt x="286415" y="540452"/>
                  </a:cubicBezTo>
                  <a:lnTo>
                    <a:pt x="46934" y="540452"/>
                  </a:lnTo>
                  <a:cubicBezTo>
                    <a:pt x="21003" y="540452"/>
                    <a:pt x="0" y="519484"/>
                    <a:pt x="0" y="493597"/>
                  </a:cubicBezTo>
                  <a:lnTo>
                    <a:pt x="0" y="143939"/>
                  </a:lnTo>
                  <a:cubicBezTo>
                    <a:pt x="0" y="138785"/>
                    <a:pt x="4224" y="134568"/>
                    <a:pt x="9387" y="134568"/>
                  </a:cubicBezTo>
                  <a:close/>
                  <a:moveTo>
                    <a:pt x="211220" y="0"/>
                  </a:moveTo>
                  <a:lnTo>
                    <a:pt x="216618" y="0"/>
                  </a:lnTo>
                  <a:cubicBezTo>
                    <a:pt x="282099" y="0"/>
                    <a:pt x="335493" y="52948"/>
                    <a:pt x="335962" y="118197"/>
                  </a:cubicBezTo>
                  <a:lnTo>
                    <a:pt x="289022" y="118197"/>
                  </a:lnTo>
                  <a:cubicBezTo>
                    <a:pt x="288553" y="78837"/>
                    <a:pt x="256282" y="46857"/>
                    <a:pt x="216618" y="46857"/>
                  </a:cubicBezTo>
                  <a:lnTo>
                    <a:pt x="211220" y="46857"/>
                  </a:lnTo>
                  <a:cubicBezTo>
                    <a:pt x="171556" y="46857"/>
                    <a:pt x="139285" y="78837"/>
                    <a:pt x="138816" y="118197"/>
                  </a:cubicBezTo>
                  <a:lnTo>
                    <a:pt x="91876" y="118197"/>
                  </a:lnTo>
                  <a:cubicBezTo>
                    <a:pt x="92345" y="52948"/>
                    <a:pt x="145739" y="0"/>
                    <a:pt x="211220" y="0"/>
                  </a:cubicBezTo>
                  <a:close/>
                </a:path>
              </a:pathLst>
            </a:custGeom>
            <a:solidFill>
              <a:schemeClr val="bg1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16" id="16"/>
          <p:cNvGrpSpPr/>
          <p:nvPr/>
        </p:nvGrpSpPr>
        <p:grpSpPr>
          <a:xfrm>
            <a:off x="8475165" y="3166748"/>
            <a:ext cx="524504" cy="524504"/>
            <a:chOff x="6280764" y="3249404"/>
            <a:chExt cx="725076" cy="725076"/>
          </a:xfrm>
        </p:grpSpPr>
        <p:sp>
          <p:nvSpPr>
            <p:cNvPr name="AutoShape 17" id="17"/>
            <p:cNvSpPr/>
            <p:nvPr/>
          </p:nvSpPr>
          <p:spPr>
            <a:xfrm>
              <a:off x="6280764" y="3249404"/>
              <a:ext cx="725076" cy="725076"/>
            </a:xfrm>
            <a:prstGeom prst="ellipse">
              <a:avLst/>
            </a:prstGeom>
            <a:solidFill>
              <a:schemeClr val="accent2"/>
            </a:solidFill>
            <a:ln w="28575" cap="rnd">
              <a:solidFill>
                <a:schemeClr val="bg1"/>
              </a:solidFill>
              <a:prstDash val="solid"/>
            </a:ln>
            <a:effectLst/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6536560" y="3429853"/>
              <a:ext cx="213483" cy="364178"/>
            </a:xfrm>
            <a:custGeom>
              <a:avLst/>
              <a:gdLst/>
              <a:ahLst/>
              <a:cxnLst/>
              <a:rect r="r" b="b" t="t" l="l"/>
              <a:pathLst>
                <a:path w="356285" h="607780" stroke="true" fill="norm" extrusionOk="true">
                  <a:moveTo>
                    <a:pt x="274579" y="202445"/>
                  </a:moveTo>
                  <a:lnTo>
                    <a:pt x="281133" y="205150"/>
                  </a:lnTo>
                  <a:lnTo>
                    <a:pt x="281133" y="223692"/>
                  </a:lnTo>
                  <a:lnTo>
                    <a:pt x="264127" y="223692"/>
                  </a:lnTo>
                  <a:lnTo>
                    <a:pt x="264127" y="206759"/>
                  </a:lnTo>
                  <a:close/>
                  <a:moveTo>
                    <a:pt x="83842" y="202445"/>
                  </a:moveTo>
                  <a:lnTo>
                    <a:pt x="92088" y="205848"/>
                  </a:lnTo>
                  <a:lnTo>
                    <a:pt x="92088" y="223692"/>
                  </a:lnTo>
                  <a:lnTo>
                    <a:pt x="75082" y="223692"/>
                  </a:lnTo>
                  <a:lnTo>
                    <a:pt x="75082" y="206077"/>
                  </a:lnTo>
                  <a:close/>
                  <a:moveTo>
                    <a:pt x="264127" y="165123"/>
                  </a:moveTo>
                  <a:lnTo>
                    <a:pt x="264127" y="206759"/>
                  </a:lnTo>
                  <a:lnTo>
                    <a:pt x="257512" y="209488"/>
                  </a:lnTo>
                  <a:cubicBezTo>
                    <a:pt x="253151" y="213843"/>
                    <a:pt x="250459" y="219864"/>
                    <a:pt x="250459" y="226529"/>
                  </a:cubicBezTo>
                  <a:cubicBezTo>
                    <a:pt x="250459" y="239771"/>
                    <a:pt x="261228" y="250613"/>
                    <a:pt x="274579" y="250613"/>
                  </a:cubicBezTo>
                  <a:cubicBezTo>
                    <a:pt x="287930" y="250613"/>
                    <a:pt x="298699" y="239771"/>
                    <a:pt x="298699" y="226529"/>
                  </a:cubicBezTo>
                  <a:cubicBezTo>
                    <a:pt x="298699" y="219864"/>
                    <a:pt x="296007" y="213843"/>
                    <a:pt x="291646" y="209488"/>
                  </a:cubicBezTo>
                  <a:lnTo>
                    <a:pt x="281133" y="205150"/>
                  </a:lnTo>
                  <a:lnTo>
                    <a:pt x="281133" y="165123"/>
                  </a:lnTo>
                  <a:close/>
                  <a:moveTo>
                    <a:pt x="75082" y="165123"/>
                  </a:moveTo>
                  <a:lnTo>
                    <a:pt x="75082" y="206077"/>
                  </a:lnTo>
                  <a:lnTo>
                    <a:pt x="66854" y="209488"/>
                  </a:lnTo>
                  <a:cubicBezTo>
                    <a:pt x="62504" y="213843"/>
                    <a:pt x="59811" y="219864"/>
                    <a:pt x="59811" y="226529"/>
                  </a:cubicBezTo>
                  <a:cubicBezTo>
                    <a:pt x="59811" y="239771"/>
                    <a:pt x="70581" y="250613"/>
                    <a:pt x="83842" y="250613"/>
                  </a:cubicBezTo>
                  <a:cubicBezTo>
                    <a:pt x="97193" y="250613"/>
                    <a:pt x="107962" y="239771"/>
                    <a:pt x="107962" y="226529"/>
                  </a:cubicBezTo>
                  <a:cubicBezTo>
                    <a:pt x="107962" y="219864"/>
                    <a:pt x="105270" y="213843"/>
                    <a:pt x="100909" y="209488"/>
                  </a:cubicBezTo>
                  <a:lnTo>
                    <a:pt x="92088" y="205848"/>
                  </a:lnTo>
                  <a:lnTo>
                    <a:pt x="92088" y="165123"/>
                  </a:lnTo>
                  <a:close/>
                  <a:moveTo>
                    <a:pt x="177831" y="23550"/>
                  </a:moveTo>
                  <a:cubicBezTo>
                    <a:pt x="131460" y="23550"/>
                    <a:pt x="93811" y="61231"/>
                    <a:pt x="93811" y="107532"/>
                  </a:cubicBezTo>
                  <a:lnTo>
                    <a:pt x="93811" y="136593"/>
                  </a:lnTo>
                  <a:lnTo>
                    <a:pt x="261940" y="136593"/>
                  </a:lnTo>
                  <a:lnTo>
                    <a:pt x="261940" y="107532"/>
                  </a:lnTo>
                  <a:cubicBezTo>
                    <a:pt x="261940" y="61231"/>
                    <a:pt x="224202" y="23550"/>
                    <a:pt x="177831" y="23550"/>
                  </a:cubicBezTo>
                  <a:close/>
                  <a:moveTo>
                    <a:pt x="177831" y="0"/>
                  </a:moveTo>
                  <a:cubicBezTo>
                    <a:pt x="237197" y="0"/>
                    <a:pt x="285526" y="48256"/>
                    <a:pt x="285526" y="107532"/>
                  </a:cubicBezTo>
                  <a:lnTo>
                    <a:pt x="285526" y="136681"/>
                  </a:lnTo>
                  <a:lnTo>
                    <a:pt x="344536" y="136681"/>
                  </a:lnTo>
                  <a:cubicBezTo>
                    <a:pt x="351034" y="136681"/>
                    <a:pt x="356285" y="141925"/>
                    <a:pt x="356285" y="148412"/>
                  </a:cubicBezTo>
                  <a:lnTo>
                    <a:pt x="356285" y="596049"/>
                  </a:lnTo>
                  <a:cubicBezTo>
                    <a:pt x="356285" y="602537"/>
                    <a:pt x="351034" y="607780"/>
                    <a:pt x="344536" y="607780"/>
                  </a:cubicBezTo>
                  <a:lnTo>
                    <a:pt x="11838" y="607780"/>
                  </a:lnTo>
                  <a:cubicBezTo>
                    <a:pt x="5340" y="607780"/>
                    <a:pt x="0" y="602537"/>
                    <a:pt x="0" y="596049"/>
                  </a:cubicBezTo>
                  <a:lnTo>
                    <a:pt x="0" y="148412"/>
                  </a:lnTo>
                  <a:cubicBezTo>
                    <a:pt x="0" y="141925"/>
                    <a:pt x="5340" y="136681"/>
                    <a:pt x="11838" y="136681"/>
                  </a:cubicBezTo>
                  <a:lnTo>
                    <a:pt x="70225" y="136681"/>
                  </a:lnTo>
                  <a:lnTo>
                    <a:pt x="70225" y="107532"/>
                  </a:lnTo>
                  <a:cubicBezTo>
                    <a:pt x="70225" y="48256"/>
                    <a:pt x="118465" y="0"/>
                    <a:pt x="177831" y="0"/>
                  </a:cubicBezTo>
                  <a:close/>
                </a:path>
              </a:pathLst>
            </a:custGeom>
            <a:solidFill>
              <a:schemeClr val="bg1"/>
            </a:solidFill>
            <a:ln cap="rnd">
              <a:noFill/>
              <a:prstDash val="solid"/>
            </a:ln>
            <a:effectLst/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19" id="19"/>
          <p:cNvSpPr txBox="true"/>
          <p:nvPr/>
        </p:nvSpPr>
        <p:spPr>
          <a:xfrm>
            <a:off x="794633" y="2269747"/>
            <a:ext cx="2212660" cy="2316019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Hands-on projects solidify skills. Use virtual envs, clean code, comments.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9184706" y="2269747"/>
            <a:ext cx="2212660" cy="2316019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Data analysis, web dev, ML. Resources equip for complex challenges.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64946" dur="indefinite" repeatCount="1000" spd="100%" accel="0%" decel="0%" restart="never" nodeType="tmRoot">
          <p:childTnLst>
            <p:seq concurrent="true" nextAc="seek">
              <p:cTn id="64947" dur="indefinite" repeatCount="1000" spd="100%" accel="0%" decel="0%" nodeType="mainSeq">
                <p:childTnLst>
                  <p:par>
                    <p:cTn id="64948" repeatCount="1000" spd="100%" accel="0%" decel="0%" fill="hold">
                      <p:stCondLst>
                        <p:cond delay="indefinite"/>
                        <p:cond evt="onBegin" delay="0">
                          <p:tn val="64947"/>
                        </p:cond>
                      </p:stCondLst>
                      <p:childTnLst>
                        <p:par>
                          <p:cTn id="64949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950" presetID="24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to="" valueType="num">
                                      <p:cBhvr>
                                        <p:cTn id="64951" dur="1" repeatCount="1000" spd="100%" accel="0%" decel="0%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64952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53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954" presetID="23" presetClass="entr" presetSubtype="27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955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2/3*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956" dur="500" repeatCount="1000" spd="100%" accel="0%" decel="0%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2/3*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957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58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959" presetID="37" presetClass="entr" presetSubtype="0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961" dur="1000" repeatCount="1000" spd="100%" accel="0%" decel="0%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962" dur="900" repeatCount="1000" spd="100%" accel="0%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963" dur="100" repeatCount="1000" spd="100%" accel="100000" decel="0%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.03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4960" dur="1000" repeatCount="1000" spd="100%" accel="0%" decel="0%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964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6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966" presetID="12" presetClass="entr" presetSubtype="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968" dur="500" repeatCount="1000" spd="100%" accel="0%" decel="0%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>
                                        <p:cTn id="64967" dur="500" repeatCount="1000" spd="100%" accel="0%" decel="0%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969" dur="5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70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4971" presetID="8" presetClass="entr" presetSubtype="32" repeatCount="1000" spd="100%" decel="0%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filter="diamond(out)" transition="in">
                                      <p:cBhvr>
                                        <p:cTn id="64972" dur="1000" repeatCount="1000" spd="100%" accel="0%" decel="0%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973" dur="1000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 hidden="true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anchor="ctr" wrap="none" tIns="0" lIns="0" bIns="0" rIns="0">
            <a:noAutofit/>
          </a:bodyPr>
          <a:p>
            <a:pPr algn="ctr" mar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3" id="3"/>
          <p:cNvSpPr/>
          <p:nvPr>
            <p:ph type="ctrTitle"/>
          </p:nvPr>
        </p:nvSpPr>
        <p:spPr>
          <a:xfrm>
            <a:off x="1450328" y="1233492"/>
            <a:ext cx="9291345" cy="2778704"/>
          </a:xfrm>
        </p:spPr>
        <p:txBody>
          <a:bodyPr vert="horz" anchor="b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true" i="false" sz="66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Thank you for listening.</a:t>
            </a:r>
          </a:p>
        </p:txBody>
      </p:sp>
      <p:sp>
        <p:nvSpPr>
          <p:cNvPr name="AutoShape 4" id="4"/>
          <p:cNvSpPr/>
          <p:nvPr>
            <p:ph type="body" sz="quarter" idx="10"/>
          </p:nvPr>
        </p:nvSpPr>
        <p:spPr>
          <a:xfrm>
            <a:off x="1450328" y="4400651"/>
            <a:ext cx="9291345" cy="296271"/>
          </a:xfrm>
        </p:spPr>
        <p:txBody>
          <a:bodyPr vert="horz" anchor="ctr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400" baseline="0" u="none" altLang="en-US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</a:rPr>
              <a:t>Presenter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66712" dur="indefinite" repeatCount="1000" spd="100%" accel="0%" decel="0%" restart="never" nodeType="tmRoot">
          <p:childTnLst>
            <p:seq concurrent="true" nextAc="seek">
              <p:cTn id="66713" dur="indefinite" repeatCount="1000" spd="100%" accel="0%" decel="0%" nodeType="mainSeq">
                <p:childTnLst>
                  <p:par>
                    <p:cTn id="66714" repeatCount="1000" spd="100%" accel="0%" decel="0%" fill="hold">
                      <p:stCondLst>
                        <p:cond delay="indefinite"/>
                        <p:cond evt="onBegin" delay="0">
                          <p:tn val="66713"/>
                        </p:cond>
                      </p:stCondLst>
                      <p:childTnLst>
                        <p:par>
                          <p:cTn id="66715" repeatCount="1000" spd="100%" decel="0%" fill="hold">
                            <p:stCondLst>
                              <p:cond delay="0"/>
                            </p:stCondLst>
                            <p:childTnLst>
                              <p:par>
                                <p:cTn id="66716" presetID="40" presetClass="entr" presetSubtype="0" repeatCount="1000" spd="100%" decel="0%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6718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.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719" dur="1000" repeatCount="1000" spd="100%" accel="0%" decel="0%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id="66717" dur="1000" repeatCount="1000" spd="100%" accel="0%" decel="0%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720" dur="1" repeatCount="1000" spd="100%" accel="0%" decel="0%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grpId="0" spid="3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105CFB"/>
      </a:accent1>
      <a:accent2>
        <a:srgbClr val="44CCFF"/>
      </a:accent2>
      <a:accent3>
        <a:srgbClr val="38DB99"/>
      </a:accent3>
      <a:accent4>
        <a:srgbClr val="ED4042"/>
      </a:accent4>
      <a:accent5>
        <a:srgbClr val="FF863D"/>
      </a:accent5>
      <a:accent6>
        <a:srgbClr val="ACB4BA"/>
      </a:accent6>
      <a:hlink>
        <a:srgbClr val="105CFB"/>
      </a:hlink>
      <a:folHlink>
        <a:srgbClr val="BFBFBF"/>
      </a:folHlink>
    </a:clrScheme>
    <a:fontScheme name="Office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2026-02-05T17:50:18Z</dcterms:created>
  <cp:lastModifiedBy>user</cp:lastModifiedBy>
  <dcterms:modified xsi:type="dcterms:W3CDTF">2026-02-05T17:50:18Z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  <property pid="4" fmtid="{D5CDD505-2E9C-101B-9397-08002B2CF9AE}" name="AIGC">
    <vt:lpwstr>{"ContentPropagator":"文多多","Label":"1","ReservedCode1":"1770313818908","ProduceID":"wenduoduo-pptx-1770313818908","ReservedCode2":"1770313818908","PropagateID":"wenduoduo-pptx1770313818908","ContentProducer":"文多多"}</vt:lpwstr>
  </property>
</Properties>
</file>